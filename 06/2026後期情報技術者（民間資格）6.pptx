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2.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1be0c8fed2214a65" /><Relationship Type="http://schemas.openxmlformats.org/officeDocument/2006/relationships/extended-properties" Target="/docProps/app.xml" Id="R170b80e73a3d4eaf" /><Relationship Type="http://schemas.openxmlformats.org/officeDocument/2006/relationships/officeDocument" Target="/ppt/presentation.xml" Id="R0e7d7f5b1c9940c1" /></Relationships>
</file>

<file path=ppt/presentation.xml><?xml version="1.0" encoding="utf-8"?>
<p:presentation xmlns:p="http://schemas.openxmlformats.org/presentationml/2006/main">
  <p:sldMasterIdLst>
    <p:sldMasterId xmlns:r="http://schemas.openxmlformats.org/officeDocument/2006/relationships" id="2147483648" r:id="Rc5adba31cd1a4358"/>
  </p:sldMasterIdLst>
  <p:notesMasterIdLst>
    <p:notesMasterId xmlns:r="http://schemas.openxmlformats.org/officeDocument/2006/relationships" r:id="Rbb87711ecd254587"/>
  </p:notesMasterIdLst>
  <p:sldIdLst>
    <p:sldId xmlns:r="http://schemas.openxmlformats.org/officeDocument/2006/relationships" id="256" r:id="R18b70beb0401489e"/>
    <p:sldId xmlns:r="http://schemas.openxmlformats.org/officeDocument/2006/relationships" id="257" r:id="R9b717273499e4484"/>
    <p:sldId xmlns:r="http://schemas.openxmlformats.org/officeDocument/2006/relationships" id="258" r:id="R5ff705d69d4941bd"/>
    <p:sldId xmlns:r="http://schemas.openxmlformats.org/officeDocument/2006/relationships" id="259" r:id="Rd363efc1df1c4a8a"/>
    <p:sldId xmlns:r="http://schemas.openxmlformats.org/officeDocument/2006/relationships" id="260" r:id="R1507877e18ef4c43"/>
    <p:sldId xmlns:r="http://schemas.openxmlformats.org/officeDocument/2006/relationships" id="261" r:id="Rb9ac8356ae1a49a0"/>
    <p:sldId xmlns:r="http://schemas.openxmlformats.org/officeDocument/2006/relationships" id="262" r:id="R3513de2543fd4f99"/>
    <p:sldId xmlns:r="http://schemas.openxmlformats.org/officeDocument/2006/relationships" id="263" r:id="Rb0351dc62fb64ed2"/>
    <p:sldId xmlns:r="http://schemas.openxmlformats.org/officeDocument/2006/relationships" id="264" r:id="Rc72c4de0262e41cb"/>
    <p:sldId xmlns:r="http://schemas.openxmlformats.org/officeDocument/2006/relationships" id="265" r:id="R86e344c7a05644c7"/>
    <p:sldId xmlns:r="http://schemas.openxmlformats.org/officeDocument/2006/relationships" id="266" r:id="Rdd71e3a90d544e69"/>
    <p:sldId xmlns:r="http://schemas.openxmlformats.org/officeDocument/2006/relationships" id="267" r:id="R30ba22c44f684f37"/>
    <p:sldId xmlns:r="http://schemas.openxmlformats.org/officeDocument/2006/relationships" id="268" r:id="R6fae94c3211842d4"/>
    <p:sldId xmlns:r="http://schemas.openxmlformats.org/officeDocument/2006/relationships" id="269" r:id="R5326a46f903a4fbf"/>
    <p:sldId xmlns:r="http://schemas.openxmlformats.org/officeDocument/2006/relationships" id="270" r:id="Rdefd7000ffb042a9"/>
    <p:sldId xmlns:r="http://schemas.openxmlformats.org/officeDocument/2006/relationships" id="271" r:id="R7073a629dbdd4de4"/>
    <p:sldId xmlns:r="http://schemas.openxmlformats.org/officeDocument/2006/relationships" id="272" r:id="R21c7623cf51947a4"/>
    <p:sldId xmlns:r="http://schemas.openxmlformats.org/officeDocument/2006/relationships" id="273" r:id="R0624a9e3e0524624"/>
    <p:sldId xmlns:r="http://schemas.openxmlformats.org/officeDocument/2006/relationships" id="274" r:id="Rfcf5f1b0ebae4f2c"/>
    <p:sldId xmlns:r="http://schemas.openxmlformats.org/officeDocument/2006/relationships" id="275" r:id="R34e574f03d8d47c0"/>
    <p:sldId xmlns:r="http://schemas.openxmlformats.org/officeDocument/2006/relationships" id="276" r:id="Re912776b037142dc"/>
    <p:sldId xmlns:r="http://schemas.openxmlformats.org/officeDocument/2006/relationships" id="277" r:id="Rc3c17039289d43e1"/>
    <p:sldId xmlns:r="http://schemas.openxmlformats.org/officeDocument/2006/relationships" id="278" r:id="R6cf376e00c874821"/>
    <p:sldId xmlns:r="http://schemas.openxmlformats.org/officeDocument/2006/relationships" id="279" r:id="R9fc04270fa664db1"/>
    <p:sldId xmlns:r="http://schemas.openxmlformats.org/officeDocument/2006/relationships" id="280" r:id="R7e990dddd9e74abb"/>
  </p:sldIdLst>
  <p:sldSz cx="9144000" cy="5143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viewPr>
</file>

<file path=ppt/_rels/presentation.xml.rels>&#65279;<?xml version="1.0" encoding="utf-8"?><Relationships xmlns="http://schemas.openxmlformats.org/package/2006/relationships"><Relationship Type="http://schemas.openxmlformats.org/officeDocument/2006/relationships/theme" Target="/ppt/theme/theme1.xml" Id="R4ab991bee88b41f9" /><Relationship Type="http://schemas.openxmlformats.org/officeDocument/2006/relationships/slideMaster" Target="/ppt/slideMasters/slideMaster1.xml" Id="Rc5adba31cd1a4358" /><Relationship Type="http://schemas.openxmlformats.org/officeDocument/2006/relationships/notesMaster" Target="/ppt/notesMasters/notesMaster1.xml" Id="Rbb87711ecd254587" /><Relationship Type="http://schemas.openxmlformats.org/officeDocument/2006/relationships/presProps" Target="/ppt/presProps.xml" Id="Ra2e57e3901ad4f98" /><Relationship Type="http://schemas.openxmlformats.org/officeDocument/2006/relationships/viewProps" Target="/ppt/viewProps.xml" Id="Rff7bb2c200804763" /><Relationship Type="http://schemas.openxmlformats.org/officeDocument/2006/relationships/tableStyles" Target="/ppt/tableStyles.xml" Id="R1ad6131bffae4005" /><Relationship Type="http://schemas.openxmlformats.org/officeDocument/2006/relationships/slide" Target="/ppt/slides/slide1.xml" Id="R18b70beb0401489e" /><Relationship Type="http://schemas.openxmlformats.org/officeDocument/2006/relationships/slide" Target="/ppt/slides/slide2.xml" Id="R9b717273499e4484" /><Relationship Type="http://schemas.openxmlformats.org/officeDocument/2006/relationships/slide" Target="/ppt/slides/slide3.xml" Id="R5ff705d69d4941bd" /><Relationship Type="http://schemas.openxmlformats.org/officeDocument/2006/relationships/slide" Target="/ppt/slides/slide4.xml" Id="Rd363efc1df1c4a8a" /><Relationship Type="http://schemas.openxmlformats.org/officeDocument/2006/relationships/slide" Target="/ppt/slides/slide5.xml" Id="R1507877e18ef4c43" /><Relationship Type="http://schemas.openxmlformats.org/officeDocument/2006/relationships/slide" Target="/ppt/slides/slide6.xml" Id="Rb9ac8356ae1a49a0" /><Relationship Type="http://schemas.openxmlformats.org/officeDocument/2006/relationships/slide" Target="/ppt/slides/slide7.xml" Id="R3513de2543fd4f99" /><Relationship Type="http://schemas.openxmlformats.org/officeDocument/2006/relationships/slide" Target="/ppt/slides/slide8.xml" Id="Rb0351dc62fb64ed2" /><Relationship Type="http://schemas.openxmlformats.org/officeDocument/2006/relationships/slide" Target="/ppt/slides/slide9.xml" Id="Rc72c4de0262e41cb" /><Relationship Type="http://schemas.openxmlformats.org/officeDocument/2006/relationships/slide" Target="/ppt/slides/slide10.xml" Id="R86e344c7a05644c7" /><Relationship Type="http://schemas.openxmlformats.org/officeDocument/2006/relationships/slide" Target="/ppt/slides/slide11.xml" Id="Rdd71e3a90d544e69" /><Relationship Type="http://schemas.openxmlformats.org/officeDocument/2006/relationships/slide" Target="/ppt/slides/slide12.xml" Id="R30ba22c44f684f37" /><Relationship Type="http://schemas.openxmlformats.org/officeDocument/2006/relationships/slide" Target="/ppt/slides/slide13.xml" Id="R6fae94c3211842d4" /><Relationship Type="http://schemas.openxmlformats.org/officeDocument/2006/relationships/slide" Target="/ppt/slides/slide14.xml" Id="R5326a46f903a4fbf" /><Relationship Type="http://schemas.openxmlformats.org/officeDocument/2006/relationships/slide" Target="/ppt/slides/slide15.xml" Id="Rdefd7000ffb042a9" /><Relationship Type="http://schemas.openxmlformats.org/officeDocument/2006/relationships/slide" Target="/ppt/slides/slide16.xml" Id="R7073a629dbdd4de4" /><Relationship Type="http://schemas.openxmlformats.org/officeDocument/2006/relationships/slide" Target="/ppt/slides/slide17.xml" Id="R21c7623cf51947a4" /><Relationship Type="http://schemas.openxmlformats.org/officeDocument/2006/relationships/slide" Target="/ppt/slides/slide18.xml" Id="R0624a9e3e0524624" /><Relationship Type="http://schemas.openxmlformats.org/officeDocument/2006/relationships/slide" Target="/ppt/slides/slide19.xml" Id="Rfcf5f1b0ebae4f2c" /><Relationship Type="http://schemas.openxmlformats.org/officeDocument/2006/relationships/slide" Target="/ppt/slides/slide20.xml" Id="R34e574f03d8d47c0" /><Relationship Type="http://schemas.openxmlformats.org/officeDocument/2006/relationships/slide" Target="/ppt/slides/slide21.xml" Id="Re912776b037142dc" /><Relationship Type="http://schemas.openxmlformats.org/officeDocument/2006/relationships/slide" Target="/ppt/slides/slide22.xml" Id="Rc3c17039289d43e1" /><Relationship Type="http://schemas.openxmlformats.org/officeDocument/2006/relationships/slide" Target="/ppt/slides/slide23.xml" Id="R6cf376e00c874821" /><Relationship Type="http://schemas.openxmlformats.org/officeDocument/2006/relationships/slide" Target="/ppt/slides/slide24.xml" Id="R9fc04270fa664db1" /><Relationship Type="http://schemas.openxmlformats.org/officeDocument/2006/relationships/slide" Target="/ppt/slides/slide25.xml" Id="R7e990dddd9e74ab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6904d3d3d964ec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e1645b9dc2346ca" /><Relationship Type="http://schemas.openxmlformats.org/officeDocument/2006/relationships/notesMaster" Target="/ppt/notesMasters/notesMaster1.xml" Id="Re41aa35b373d4392" /></Relationships>
</file>

<file path=ppt/notesSlides/_rels/notesSlide2.xml.rels>&#65279;<?xml version="1.0" encoding="utf-8"?><Relationships xmlns="http://schemas.openxmlformats.org/package/2006/relationships"><Relationship Type="http://schemas.openxmlformats.org/officeDocument/2006/relationships/slide" Target="/ppt/slides/slide2.xml" Id="R9edb426c50504bd1" /><Relationship Type="http://schemas.openxmlformats.org/officeDocument/2006/relationships/notesMaster" Target="/ppt/notesMasters/notesMaster1.xml" Id="R7e51ad77cdb34131" /></Relationships>
</file>

<file path=ppt/notesSlides/_rels/notesSlide3.xml.rels>&#65279;<?xml version="1.0" encoding="utf-8"?><Relationships xmlns="http://schemas.openxmlformats.org/package/2006/relationships"><Relationship Type="http://schemas.openxmlformats.org/officeDocument/2006/relationships/slide" Target="/ppt/slides/slide3.xml" Id="R1000e1d637694b8b" /><Relationship Type="http://schemas.openxmlformats.org/officeDocument/2006/relationships/notesMaster" Target="/ppt/notesMasters/notesMaster1.xml" Id="Re397df8d24364367" /></Relationships>
</file>

<file path=ppt/notesSlides/_rels/notesSlide4.xml.rels>&#65279;<?xml version="1.0" encoding="utf-8"?><Relationships xmlns="http://schemas.openxmlformats.org/package/2006/relationships"><Relationship Type="http://schemas.openxmlformats.org/officeDocument/2006/relationships/slide" Target="/ppt/slides/slide4.xml" Id="R12c84f2d92504e22" /><Relationship Type="http://schemas.openxmlformats.org/officeDocument/2006/relationships/notesMaster" Target="/ppt/notesMasters/notesMaster1.xml" Id="Re970acb7b28f4f94" /></Relationships>
</file>

<file path=ppt/notesSlides/_rels/notesSlide5.xml.rels>&#65279;<?xml version="1.0" encoding="utf-8"?><Relationships xmlns="http://schemas.openxmlformats.org/package/2006/relationships"><Relationship Type="http://schemas.openxmlformats.org/officeDocument/2006/relationships/slide" Target="/ppt/slides/slide5.xml" Id="Ra01a235b781341dc" /><Relationship Type="http://schemas.openxmlformats.org/officeDocument/2006/relationships/notesMaster" Target="/ppt/notesMasters/notesMaster1.xml" Id="R0bc838d3562c40f1" /></Relationships>
</file>

<file path=ppt/notesSlides/_rels/notesSlide6.xml.rels>&#65279;<?xml version="1.0" encoding="utf-8"?><Relationships xmlns="http://schemas.openxmlformats.org/package/2006/relationships"><Relationship Type="http://schemas.openxmlformats.org/officeDocument/2006/relationships/slide" Target="/ppt/slides/slide6.xml" Id="R58ba98137b284ad8" /><Relationship Type="http://schemas.openxmlformats.org/officeDocument/2006/relationships/notesMaster" Target="/ppt/notesMasters/notesMaster1.xml" Id="R39f25fb1d6674afc" /></Relationships>
</file>

<file path=ppt/notesSlides/_rels/notesSlide7.xml.rels>&#65279;<?xml version="1.0" encoding="utf-8"?><Relationships xmlns="http://schemas.openxmlformats.org/package/2006/relationships"><Relationship Type="http://schemas.openxmlformats.org/officeDocument/2006/relationships/slide" Target="/ppt/slides/slide7.xml" Id="R7799d2c9b74b4b92" /><Relationship Type="http://schemas.openxmlformats.org/officeDocument/2006/relationships/notesMaster" Target="/ppt/notesMasters/notesMaster1.xml" Id="R67a009e3e5cd4cf6" /></Relationships>
</file>

<file path=ppt/notesSlides/_rels/notesSlide8.xml.rels>&#65279;<?xml version="1.0" encoding="utf-8"?><Relationships xmlns="http://schemas.openxmlformats.org/package/2006/relationships"><Relationship Type="http://schemas.openxmlformats.org/officeDocument/2006/relationships/slide" Target="/ppt/slides/slide8.xml" Id="R6ccc7a2019414264" /><Relationship Type="http://schemas.openxmlformats.org/officeDocument/2006/relationships/notesMaster" Target="/ppt/notesMasters/notesMaster1.xml" Id="Rf03452e055034434" /></Relationships>
</file>

<file path=ppt/notesSlides/_rels/notesSlide9.xml.rels>&#65279;<?xml version="1.0" encoding="utf-8"?><Relationships xmlns="http://schemas.openxmlformats.org/package/2006/relationships"><Relationship Type="http://schemas.openxmlformats.org/officeDocument/2006/relationships/slide" Target="/ppt/slides/slide9.xml" Id="R8bd1d01e47a546e5" /><Relationship Type="http://schemas.openxmlformats.org/officeDocument/2006/relationships/notesMaster" Target="/ppt/notesMasters/notesMaster1.xml" Id="R4280b8e8d42747c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0f1c6854dce4bd0" /><Relationship Type="http://schemas.openxmlformats.org/officeDocument/2006/relationships/notesMaster" Target="/ppt/notesMasters/notesMaster1.xml" Id="R67212b998bc5454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faa6f4515b048c7" /><Relationship Type="http://schemas.openxmlformats.org/officeDocument/2006/relationships/notesMaster" Target="/ppt/notesMasters/notesMaster1.xml" Id="Reb49b38f116e476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55dcff6b63044a9" /><Relationship Type="http://schemas.openxmlformats.org/officeDocument/2006/relationships/notesMaster" Target="/ppt/notesMasters/notesMaster1.xml" Id="R1d4c35afafa94a3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e0c0467fc79450e" /><Relationship Type="http://schemas.openxmlformats.org/officeDocument/2006/relationships/notesMaster" Target="/ppt/notesMasters/notesMaster1.xml" Id="Rf260a5e5936441f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b2a3203a4894c59" /><Relationship Type="http://schemas.openxmlformats.org/officeDocument/2006/relationships/notesMaster" Target="/ppt/notesMasters/notesMaster1.xml" Id="R58ba6306e45649e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bb4fade296e465c" /><Relationship Type="http://schemas.openxmlformats.org/officeDocument/2006/relationships/notesMaster" Target="/ppt/notesMasters/notesMaster1.xml" Id="Rac8daf33ed26415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bd6ae17d8944ef1" /><Relationship Type="http://schemas.openxmlformats.org/officeDocument/2006/relationships/notesMaster" Target="/ppt/notesMasters/notesMaster1.xml" Id="R75f6d9185bf1460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6fe97e319df43b7" /><Relationship Type="http://schemas.openxmlformats.org/officeDocument/2006/relationships/notesMaster" Target="/ppt/notesMasters/notesMaster1.xml" Id="R36eede427ace453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a709062878d46e9" /><Relationship Type="http://schemas.openxmlformats.org/officeDocument/2006/relationships/notesMaster" Target="/ppt/notesMasters/notesMaster1.xml" Id="R6f5594f20487445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a752d78925ca4754" /><Relationship Type="http://schemas.openxmlformats.org/officeDocument/2006/relationships/notesMaster" Target="/ppt/notesMasters/notesMaster1.xml" Id="R260d8515115e48a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e32bcba3e32f4883" /><Relationship Type="http://schemas.openxmlformats.org/officeDocument/2006/relationships/notesMaster" Target="/ppt/notesMasters/notesMaster1.xml" Id="R9840341d03e54f01"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f2f2d5832fbc4790" /><Relationship Type="http://schemas.openxmlformats.org/officeDocument/2006/relationships/notesMaster" Target="/ppt/notesMasters/notesMaster1.xml" Id="R085b6e9f6ec64ea3"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e4df0e8c5e5846bc" /><Relationship Type="http://schemas.openxmlformats.org/officeDocument/2006/relationships/notesMaster" Target="/ppt/notesMasters/notesMaster1.xml" Id="R15b1b5f83b924b7e"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8cb2b479e4dc4777" /><Relationship Type="http://schemas.openxmlformats.org/officeDocument/2006/relationships/notesMaster" Target="/ppt/notesMasters/notesMaster1.xml" Id="R406632348f5b4167"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426106dec0a648cb" /><Relationship Type="http://schemas.openxmlformats.org/officeDocument/2006/relationships/notesMaster" Target="/ppt/notesMasters/notesMaster1.xml" Id="R49626fc28896490e"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b388e33ac4d648df" /><Relationship Type="http://schemas.openxmlformats.org/officeDocument/2006/relationships/notesMaster" Target="/ppt/notesMasters/notesMaster1.xml" Id="R80cb0ad67bf8480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深層学習をうまく学習させるには</a:t>
            </a:r>
          </a:p>
          <a:p xmlns:a="http://schemas.openxmlformats.org/drawingml/2006/main">
            <a:r>
              <a:t/>
            </a:r>
          </a:p>
          <a:p xmlns:a="http://schemas.openxmlformats.org/drawingml/2006/main">
            <a:r>
              <a:t>目安：1分／授業開始から0〜1分</a:t>
            </a:r>
          </a:p>
          <a:p xmlns:a="http://schemas.openxmlformats.org/drawingml/2006/main">
            <a:r>
              <a:t/>
            </a:r>
          </a:p>
          <a:p xmlns:a="http://schemas.openxmlformats.org/drawingml/2006/main">
            <a:r>
              <a:t>学習率・バッチ・エポックを区別し，学習曲線から改善の候補を考える．対策の名前より，どの問題を改善するかを重視する．</a:t>
            </a:r>
          </a:p>
          <a:p xmlns:a="http://schemas.openxmlformats.org/drawingml/2006/main">
            <a:r>
              <a:t/>
            </a:r>
          </a:p>
          <a:p xmlns:a="http://schemas.openxmlformats.org/drawingml/2006/main">
            <a:r>
              <a:t>参照資料（2026年10月7日確認）</a:t>
            </a:r>
          </a:p>
          <a:p xmlns:a="http://schemas.openxmlformats.org/drawingml/2006/main">
            <a:r>
              <a:t/>
            </a:r>
          </a:p>
          <a:p xmlns:a="http://schemas.openxmlformats.org/drawingml/2006/main">
            <a:r>
              <a:t>Google：Hyperparameters</a:t>
            </a:r>
          </a:p>
          <a:p xmlns:a="http://schemas.openxmlformats.org/drawingml/2006/main">
            <a:r>
              <a:t>https://developers.google.com/machine-learning/crash-course/linear-regression/hyperparameters</a:t>
            </a:r>
          </a:p>
          <a:p xmlns:a="http://schemas.openxmlformats.org/drawingml/2006/main">
            <a:r>
              <a:t/>
            </a:r>
          </a:p>
          <a:p xmlns:a="http://schemas.openxmlformats.org/drawingml/2006/main">
            <a:r>
              <a:t>TensorFlow：Overfit and underfit</a:t>
            </a:r>
          </a:p>
          <a:p xmlns:a="http://schemas.openxmlformats.org/drawingml/2006/main">
            <a:r>
              <a:t>https://www.tensorflow.org/tutorials/keras/overfit_and_underfit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今日の到達目標</a:t>
            </a:r>
          </a:p>
          <a:p xmlns:a="http://schemas.openxmlformats.org/drawingml/2006/main">
            <a:r>
              <a:t/>
            </a:r>
          </a:p>
          <a:p xmlns:a="http://schemas.openxmlformats.org/drawingml/2006/main">
            <a:r>
              <a:t>目安：4分／授業開始から1〜5分</a:t>
            </a:r>
          </a:p>
          <a:p xmlns:a="http://schemas.openxmlformats.org/drawingml/2006/main">
            <a:r>
              <a:t/>
            </a:r>
          </a:p>
          <a:p xmlns:a="http://schemas.openxmlformats.org/drawingml/2006/main">
            <a:r>
              <a:t>設定変更を一度に増やすと結果の理由を読み取りにくい．比較の条件と記録を学ぶ回として進める．</a:t>
            </a:r>
          </a:p>
          <a:p xmlns:a="http://schemas.openxmlformats.org/drawingml/2006/main">
            <a:r>
              <a:t/>
            </a:r>
          </a:p>
          <a:p xmlns:a="http://schemas.openxmlformats.org/drawingml/2006/main">
            <a:r>
              <a:t>学習の設定と，学ぶパラメータを区別する．</a:t>
            </a:r>
          </a:p>
          <a:p xmlns:a="http://schemas.openxmlformats.org/drawingml/2006/main">
            <a:r>
              <a:t/>
            </a:r>
          </a:p>
          <a:p xmlns:a="http://schemas.openxmlformats.org/drawingml/2006/main">
            <a:r>
              <a:t>訓練・検証の曲線から，学習の状態を考える．</a:t>
            </a:r>
          </a:p>
          <a:p xmlns:a="http://schemas.openxmlformats.org/drawingml/2006/main">
            <a:r>
              <a:t/>
            </a:r>
          </a:p>
          <a:p xmlns:a="http://schemas.openxmlformats.org/drawingml/2006/main">
            <a:r>
              <a:t>過学習への対策と転移学習の使い方を説明する．</a:t>
            </a:r>
          </a:p>
          <a:p xmlns:a="http://schemas.openxmlformats.org/drawingml/2006/main">
            <a:r>
              <a:t/>
            </a:r>
          </a:p>
          <a:p xmlns:a="http://schemas.openxmlformats.org/drawingml/2006/main">
            <a:r>
              <a:t>参照資料（2026年10月7日確認）</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第5回の復習</a:t>
            </a:r>
          </a:p>
          <a:p xmlns:a="http://schemas.openxmlformats.org/drawingml/2006/main">
            <a:r>
              <a:t/>
            </a:r>
          </a:p>
          <a:p xmlns:a="http://schemas.openxmlformats.org/drawingml/2006/main">
            <a:r>
              <a:t>目安：4分／授業開始から5〜9分</a:t>
            </a:r>
          </a:p>
          <a:p xmlns:a="http://schemas.openxmlformats.org/drawingml/2006/main">
            <a:r>
              <a:t/>
            </a:r>
          </a:p>
          <a:p xmlns:a="http://schemas.openxmlformats.org/drawingml/2006/main">
            <a:r>
              <a:t>今日は更新の条件や過学習への対策を具体化する．逆伝播自体と更新に使う最適化手法は区別する．</a:t>
            </a:r>
          </a:p>
          <a:p xmlns:a="http://schemas.openxmlformats.org/drawingml/2006/main">
            <a:r>
              <a:t/>
            </a:r>
          </a:p>
          <a:p xmlns:a="http://schemas.openxmlformats.org/drawingml/2006/main">
            <a:r>
              <a:t>順伝播 ／ 予測を計算する</a:t>
            </a:r>
          </a:p>
          <a:p xmlns:a="http://schemas.openxmlformats.org/drawingml/2006/main">
            <a:r>
              <a:t>損失・逆伝播 ／ 誤差の量と勾配を求める</a:t>
            </a:r>
          </a:p>
          <a:p xmlns:a="http://schemas.openxmlformats.org/drawingml/2006/main">
            <a:r>
              <a:t>更新 ／ 重みとバイアスを変える</a:t>
            </a:r>
          </a:p>
          <a:p xmlns:a="http://schemas.openxmlformats.org/drawingml/2006/main">
            <a:r>
              <a:t/>
            </a:r>
          </a:p>
          <a:p xmlns:a="http://schemas.openxmlformats.org/drawingml/2006/main">
            <a:r>
              <a:t>参照資料（2026年10月7日確認）</a:t>
            </a:r>
          </a:p>
          <a:p xmlns:a="http://schemas.openxmlformats.org/drawingml/2006/main">
            <a:r>
              <a:t/>
            </a:r>
          </a:p>
          <a:p xmlns:a="http://schemas.openxmlformats.org/drawingml/2006/main">
            <a:r>
              <a:t>Google：Training using backpropagation</a:t>
            </a:r>
          </a:p>
          <a:p xmlns:a="http://schemas.openxmlformats.org/drawingml/2006/main">
            <a:r>
              <a:t>https://developers.google.com/machine-learning/crash-course/neural-networks/backpropagation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パラメータとハイパーパラメータ</a:t>
            </a:r>
          </a:p>
          <a:p xmlns:a="http://schemas.openxmlformats.org/drawingml/2006/main">
            <a:r>
              <a:t/>
            </a:r>
          </a:p>
          <a:p xmlns:a="http://schemas.openxmlformats.org/drawingml/2006/main">
            <a:r>
              <a:t>目安：4分／授業開始から9〜13分</a:t>
            </a:r>
          </a:p>
          <a:p xmlns:a="http://schemas.openxmlformats.org/drawingml/2006/main">
            <a:r>
              <a:t/>
            </a:r>
          </a:p>
          <a:p xmlns:a="http://schemas.openxmlformats.org/drawingml/2006/main">
            <a:r>
              <a:t>ハイパーパラメータの自動探索も可能．人が毎回手動で決めることが定義ではない．テスト結果を使って何度も設定を選ばない．</a:t>
            </a:r>
          </a:p>
          <a:p xmlns:a="http://schemas.openxmlformats.org/drawingml/2006/main">
            <a:r>
              <a:t/>
            </a:r>
          </a:p>
          <a:p xmlns:a="http://schemas.openxmlformats.org/drawingml/2006/main">
            <a:r>
              <a:t>パラメータ ／ 重み・バイアス ／ 訓練データから学ぶ</a:t>
            </a:r>
          </a:p>
          <a:p xmlns:a="http://schemas.openxmlformats.org/drawingml/2006/main">
            <a:r>
              <a:t>ハイパーパラメータ ／ 学習率・バッチサイズ・層の数 ／ 検証結果などを使って選ぶ</a:t>
            </a:r>
          </a:p>
          <a:p xmlns:a="http://schemas.openxmlformats.org/drawingml/2006/main">
            <a:r>
              <a:t/>
            </a:r>
          </a:p>
          <a:p xmlns:a="http://schemas.openxmlformats.org/drawingml/2006/main">
            <a:r>
              <a:t>参照資料（2026年10月7日確認）</a:t>
            </a:r>
          </a:p>
          <a:p xmlns:a="http://schemas.openxmlformats.org/drawingml/2006/main">
            <a:r>
              <a:t/>
            </a:r>
          </a:p>
          <a:p xmlns:a="http://schemas.openxmlformats.org/drawingml/2006/main">
            <a:r>
              <a:t>Google：Hyperparameters</a:t>
            </a:r>
          </a:p>
          <a:p xmlns:a="http://schemas.openxmlformats.org/drawingml/2006/main">
            <a:r>
              <a:t>https://developers.google.com/machine-learning/crash-course/linear-regression/hyperparameters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学習率</a:t>
            </a:r>
          </a:p>
          <a:p xmlns:a="http://schemas.openxmlformats.org/drawingml/2006/main">
            <a:r>
              <a:t/>
            </a:r>
          </a:p>
          <a:p xmlns:a="http://schemas.openxmlformats.org/drawingml/2006/main">
            <a:r>
              <a:t>目安：4分／授業開始から13〜17分</a:t>
            </a:r>
          </a:p>
          <a:p xmlns:a="http://schemas.openxmlformats.org/drawingml/2006/main">
            <a:r>
              <a:t/>
            </a:r>
          </a:p>
          <a:p xmlns:a="http://schemas.openxmlformats.org/drawingml/2006/main">
            <a:r>
              <a:t>最適な値はモデル，データ，最適化手法によって変わる．学習率を固定せず途中で変更する方法もある．</a:t>
            </a:r>
          </a:p>
          <a:p xmlns:a="http://schemas.openxmlformats.org/drawingml/2006/main">
            <a:r>
              <a:t/>
            </a:r>
          </a:p>
          <a:p xmlns:a="http://schemas.openxmlformats.org/drawingml/2006/main">
            <a:r>
              <a:t>勾配の向きに，どの程度動かすかを調整する．</a:t>
            </a:r>
          </a:p>
          <a:p xmlns:a="http://schemas.openxmlformats.org/drawingml/2006/main">
            <a:r>
              <a:t/>
            </a:r>
          </a:p>
          <a:p xmlns:a="http://schemas.openxmlformats.org/drawingml/2006/main">
            <a:r>
              <a:t>大きすぎると，損失が安定しない場合がある．</a:t>
            </a:r>
          </a:p>
          <a:p xmlns:a="http://schemas.openxmlformats.org/drawingml/2006/main">
            <a:r>
              <a:t/>
            </a:r>
          </a:p>
          <a:p xmlns:a="http://schemas.openxmlformats.org/drawingml/2006/main">
            <a:r>
              <a:t>小さすぎると，学習に時間がかかる場合がある．</a:t>
            </a:r>
          </a:p>
          <a:p xmlns:a="http://schemas.openxmlformats.org/drawingml/2006/main">
            <a:r>
              <a:t/>
            </a:r>
          </a:p>
          <a:p xmlns:a="http://schemas.openxmlformats.org/drawingml/2006/main">
            <a:r>
              <a:t>参照資料（2026年10月7日確認）</a:t>
            </a:r>
          </a:p>
          <a:p xmlns:a="http://schemas.openxmlformats.org/drawingml/2006/main">
            <a:r>
              <a:t/>
            </a:r>
          </a:p>
          <a:p xmlns:a="http://schemas.openxmlformats.org/drawingml/2006/main">
            <a:r>
              <a:t>Google：Hyperparameters</a:t>
            </a:r>
          </a:p>
          <a:p xmlns:a="http://schemas.openxmlformats.org/drawingml/2006/main">
            <a:r>
              <a:t>https://developers.google.com/machine-learning/crash-course/linear-regression/hyperparameters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学習率と損失の模式例</a:t>
            </a:r>
          </a:p>
          <a:p xmlns:a="http://schemas.openxmlformats.org/drawingml/2006/main">
            <a:r>
              <a:t/>
            </a:r>
          </a:p>
          <a:p xmlns:a="http://schemas.openxmlformats.org/drawingml/2006/main">
            <a:r>
              <a:t>目安：4分／授業開始から17〜21分</a:t>
            </a:r>
          </a:p>
          <a:p xmlns:a="http://schemas.openxmlformats.org/drawingml/2006/main">
            <a:r>
              <a:t/>
            </a:r>
          </a:p>
          <a:p xmlns:a="http://schemas.openxmlformats.org/drawingml/2006/main">
            <a:r>
              <a:t>Bは学習率過大を疑う模式例だが，曲線だけで原因を断定しない．データ，バッチ，計算の不具合なども確認する．</a:t>
            </a:r>
          </a:p>
          <a:p xmlns:a="http://schemas.openxmlformats.org/drawingml/2006/main">
            <a:r>
              <a:t/>
            </a:r>
          </a:p>
          <a:p xmlns:a="http://schemas.openxmlformats.org/drawingml/2006/main">
            <a:r>
              <a:t>参照資料（2026年10月7日確認）</a:t>
            </a:r>
          </a:p>
          <a:p xmlns:a="http://schemas.openxmlformats.org/drawingml/2006/main">
            <a:r>
              <a:t/>
            </a:r>
          </a:p>
          <a:p xmlns:a="http://schemas.openxmlformats.org/drawingml/2006/main">
            <a:r>
              <a:t>Google：Hyperparameters</a:t>
            </a:r>
          </a:p>
          <a:p xmlns:a="http://schemas.openxmlformats.org/drawingml/2006/main">
            <a:r>
              <a:t>https://developers.google.com/machine-learning/crash-course/linear-regression/hyperparameters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バッチとエポック</a:t>
            </a:r>
          </a:p>
          <a:p xmlns:a="http://schemas.openxmlformats.org/drawingml/2006/main">
            <a:r>
              <a:t/>
            </a:r>
          </a:p>
          <a:p xmlns:a="http://schemas.openxmlformats.org/drawingml/2006/main">
            <a:r>
              <a:t>目安：4分／授業開始から21〜25分</a:t>
            </a:r>
          </a:p>
          <a:p xmlns:a="http://schemas.openxmlformats.org/drawingml/2006/main">
            <a:r>
              <a:t/>
            </a:r>
          </a:p>
          <a:p xmlns:a="http://schemas.openxmlformats.org/drawingml/2006/main">
            <a:r>
              <a:t>最後のバッチが小さくなる場合もある．一つのエポックと一回の更新は同じとは限らない．</a:t>
            </a:r>
          </a:p>
          <a:p xmlns:a="http://schemas.openxmlformats.org/drawingml/2006/main">
            <a:r>
              <a:t/>
            </a:r>
          </a:p>
          <a:p xmlns:a="http://schemas.openxmlformats.org/drawingml/2006/main">
            <a:r>
              <a:t>バッチサイズ ／ 一度の更新で使う例の数</a:t>
            </a:r>
          </a:p>
          <a:p xmlns:a="http://schemas.openxmlformats.org/drawingml/2006/main">
            <a:r>
              <a:t>更新回数 ／ パラメータを変更した回数</a:t>
            </a:r>
          </a:p>
          <a:p xmlns:a="http://schemas.openxmlformats.org/drawingml/2006/main">
            <a:r>
              <a:t>エポック ／ 訓練データ全体を一巡する単位</a:t>
            </a:r>
          </a:p>
          <a:p xmlns:a="http://schemas.openxmlformats.org/drawingml/2006/main">
            <a:r>
              <a:t/>
            </a:r>
          </a:p>
          <a:p xmlns:a="http://schemas.openxmlformats.org/drawingml/2006/main">
            <a:r>
              <a:t>参照資料（2026年10月7日確認）</a:t>
            </a:r>
          </a:p>
          <a:p xmlns:a="http://schemas.openxmlformats.org/drawingml/2006/main">
            <a:r>
              <a:t/>
            </a:r>
          </a:p>
          <a:p xmlns:a="http://schemas.openxmlformats.org/drawingml/2006/main">
            <a:r>
              <a:t>Google：Hyperparameters</a:t>
            </a:r>
          </a:p>
          <a:p xmlns:a="http://schemas.openxmlformats.org/drawingml/2006/main">
            <a:r>
              <a:t>https://developers.google.com/machine-learning/crash-course/linear-regression/hyperparameters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演習1：更新回数</a:t>
            </a:r>
          </a:p>
          <a:p xmlns:a="http://schemas.openxmlformats.org/drawingml/2006/main">
            <a:r>
              <a:t/>
            </a:r>
          </a:p>
          <a:p xmlns:a="http://schemas.openxmlformats.org/drawingml/2006/main">
            <a:r>
              <a:t>目安：5分／授業開始から25〜30分</a:t>
            </a:r>
          </a:p>
          <a:p xmlns:a="http://schemas.openxmlformats.org/drawingml/2006/main">
            <a:r>
              <a:t/>
            </a:r>
          </a:p>
          <a:p xmlns:a="http://schemas.openxmlformats.org/drawingml/2006/main">
            <a:r>
              <a:t>個人2分，ペア確認2分．余りがない例で，データ拡張や勾配蓄積などは使わない前提を置く．</a:t>
            </a:r>
          </a:p>
          <a:p xmlns:a="http://schemas.openxmlformats.org/drawingml/2006/main">
            <a:r>
              <a:t/>
            </a:r>
          </a:p>
          <a:p xmlns:a="http://schemas.openxmlformats.org/drawingml/2006/main">
            <a:r>
              <a:t>訓練データは1,000例，バッチサイズは100．</a:t>
            </a:r>
          </a:p>
          <a:p xmlns:a="http://schemas.openxmlformats.org/drawingml/2006/main">
            <a:r>
              <a:t/>
            </a:r>
          </a:p>
          <a:p xmlns:a="http://schemas.openxmlformats.org/drawingml/2006/main">
            <a:r>
              <a:t>毎エポック全データを使い，5エポック学習する．</a:t>
            </a:r>
          </a:p>
          <a:p xmlns:a="http://schemas.openxmlformats.org/drawingml/2006/main">
            <a:r>
              <a:t/>
            </a:r>
          </a:p>
          <a:p xmlns:a="http://schemas.openxmlformats.org/drawingml/2006/main">
            <a:r>
              <a:t>1エポックと，全体の更新回数を求める．</a:t>
            </a:r>
          </a:p>
          <a:p xmlns:a="http://schemas.openxmlformats.org/drawingml/2006/main">
            <a:r>
              <a:t/>
            </a:r>
          </a:p>
          <a:p xmlns:a="http://schemas.openxmlformats.org/drawingml/2006/main">
            <a:r>
              <a:t>一巡する間に，何回更新するかを数える．</a:t>
            </a:r>
          </a:p>
          <a:p xmlns:a="http://schemas.openxmlformats.org/drawingml/2006/main">
            <a:r>
              <a:t/>
            </a:r>
          </a:p>
          <a:p xmlns:a="http://schemas.openxmlformats.org/drawingml/2006/main">
            <a:r>
              <a:t>参照資料（2026年10月7日確認）</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演習1：解答</a:t>
            </a:r>
          </a:p>
          <a:p xmlns:a="http://schemas.openxmlformats.org/drawingml/2006/main">
            <a:r>
              <a:t/>
            </a:r>
          </a:p>
          <a:p xmlns:a="http://schemas.openxmlformats.org/drawingml/2006/main">
            <a:r>
              <a:t>目安：4分／授業開始から30〜34分</a:t>
            </a:r>
          </a:p>
          <a:p xmlns:a="http://schemas.openxmlformats.org/drawingml/2006/main">
            <a:r>
              <a:t/>
            </a:r>
          </a:p>
          <a:p xmlns:a="http://schemas.openxmlformats.org/drawingml/2006/main">
            <a:r>
              <a:t>バッチを小さくすると更新回数は増えるが，そのまま処理時間が比例するとは限らない．並列処理や装置も影響する．</a:t>
            </a:r>
          </a:p>
          <a:p xmlns:a="http://schemas.openxmlformats.org/drawingml/2006/main">
            <a:r>
              <a:t/>
            </a:r>
          </a:p>
          <a:p xmlns:a="http://schemas.openxmlformats.org/drawingml/2006/main">
            <a:r>
              <a:t>1エポック：1,000÷100＝10回の更新</a:t>
            </a:r>
          </a:p>
          <a:p xmlns:a="http://schemas.openxmlformats.org/drawingml/2006/main">
            <a:r>
              <a:t/>
            </a:r>
          </a:p>
          <a:p xmlns:a="http://schemas.openxmlformats.org/drawingml/2006/main">
            <a:r>
              <a:t>5エポック：10×5＝50回の更新</a:t>
            </a:r>
          </a:p>
          <a:p xmlns:a="http://schemas.openxmlformats.org/drawingml/2006/main">
            <a:r>
              <a:t/>
            </a:r>
          </a:p>
          <a:p xmlns:a="http://schemas.openxmlformats.org/drawingml/2006/main">
            <a:r>
              <a:t>バッチサイズを50にすると，5エポックで100回．</a:t>
            </a:r>
          </a:p>
          <a:p xmlns:a="http://schemas.openxmlformats.org/drawingml/2006/main">
            <a:r>
              <a:t/>
            </a:r>
          </a:p>
          <a:p xmlns:a="http://schemas.openxmlformats.org/drawingml/2006/main">
            <a:r>
              <a:t>参照資料（2026年10月7日確認）</a:t>
            </a:r>
          </a:p>
          <a:p xmlns:a="http://schemas.openxmlformats.org/drawingml/2006/main">
            <a:r>
              <a:t/>
            </a:r>
          </a:p>
          <a:p xmlns:a="http://schemas.openxmlformats.org/drawingml/2006/main">
            <a:r>
              <a:t>Google：Hyperparameters</a:t>
            </a:r>
          </a:p>
          <a:p xmlns:a="http://schemas.openxmlformats.org/drawingml/2006/main">
            <a:r>
              <a:t>https://developers.google.com/machine-learning/crash-course/linear-regression/hyperparameters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過学習の学習曲線</a:t>
            </a:r>
          </a:p>
          <a:p xmlns:a="http://schemas.openxmlformats.org/drawingml/2006/main">
            <a:r>
              <a:t/>
            </a:r>
          </a:p>
          <a:p xmlns:a="http://schemas.openxmlformats.org/drawingml/2006/main">
            <a:r>
              <a:t>目安：4分／授業開始から34〜38分</a:t>
            </a:r>
          </a:p>
          <a:p xmlns:a="http://schemas.openxmlformats.org/drawingml/2006/main">
            <a:r>
              <a:t/>
            </a:r>
          </a:p>
          <a:p xmlns:a="http://schemas.openxmlformats.org/drawingml/2006/main">
            <a:r>
              <a:t>未知のデータの性能と訓練への適合の差を読む．一度の増減では断定せず，複数エポックの傾向や評価のばらつきも確認する．</a:t>
            </a:r>
          </a:p>
          <a:p xmlns:a="http://schemas.openxmlformats.org/drawingml/2006/main">
            <a:r>
              <a:t/>
            </a:r>
          </a:p>
          <a:p xmlns:a="http://schemas.openxmlformats.org/drawingml/2006/main">
            <a:r>
              <a:t>参照資料（2026年10月7日確認）</a:t>
            </a:r>
          </a:p>
          <a:p xmlns:a="http://schemas.openxmlformats.org/drawingml/2006/main">
            <a:r>
              <a:t/>
            </a:r>
          </a:p>
          <a:p xmlns:a="http://schemas.openxmlformats.org/drawingml/2006/main">
            <a:r>
              <a:t>TensorFlow：Overfit and underfit</a:t>
            </a:r>
          </a:p>
          <a:p xmlns:a="http://schemas.openxmlformats.org/drawingml/2006/main">
            <a:r>
              <a:t>https://www.tensorflow.org/tutorials/keras/overfit_and_underfit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演習2：学習曲線の読み取り</a:t>
            </a:r>
          </a:p>
          <a:p xmlns:a="http://schemas.openxmlformats.org/drawingml/2006/main">
            <a:r>
              <a:t/>
            </a:r>
          </a:p>
          <a:p xmlns:a="http://schemas.openxmlformats.org/drawingml/2006/main">
            <a:r>
              <a:t>目安：5分／授業開始から38〜43分</a:t>
            </a:r>
          </a:p>
          <a:p xmlns:a="http://schemas.openxmlformats.org/drawingml/2006/main">
            <a:r>
              <a:t/>
            </a:r>
          </a:p>
          <a:p xmlns:a="http://schemas.openxmlformats.org/drawingml/2006/main">
            <a:r>
              <a:t>個人1分，ペア2分，共有2分．4エポック時点が最小．訓練損失の低下だけでは最終モデルを選ばない．</a:t>
            </a:r>
          </a:p>
          <a:p xmlns:a="http://schemas.openxmlformats.org/drawingml/2006/main">
            <a:r>
              <a:t/>
            </a:r>
          </a:p>
          <a:p xmlns:a="http://schemas.openxmlformats.org/drawingml/2006/main">
            <a:r>
              <a:t>前ページで，検証損失が最小なのは何エポックか？</a:t>
            </a:r>
          </a:p>
          <a:p xmlns:a="http://schemas.openxmlformats.org/drawingml/2006/main">
            <a:r>
              <a:t/>
            </a:r>
          </a:p>
          <a:p xmlns:a="http://schemas.openxmlformats.org/drawingml/2006/main">
            <a:r>
              <a:t>6エポックのモデルを選びたいか？ 理由を説明する．</a:t>
            </a:r>
          </a:p>
          <a:p xmlns:a="http://schemas.openxmlformats.org/drawingml/2006/main">
            <a:r>
              <a:t/>
            </a:r>
          </a:p>
          <a:p xmlns:a="http://schemas.openxmlformats.org/drawingml/2006/main">
            <a:r>
              <a:t>次に試したい対策を一つ挙げる．</a:t>
            </a:r>
          </a:p>
          <a:p xmlns:a="http://schemas.openxmlformats.org/drawingml/2006/main">
            <a:r>
              <a:t/>
            </a:r>
          </a:p>
          <a:p xmlns:a="http://schemas.openxmlformats.org/drawingml/2006/main">
            <a:r>
              <a:t>訓練と検証を，一緒に見る．</a:t>
            </a:r>
          </a:p>
          <a:p xmlns:a="http://schemas.openxmlformats.org/drawingml/2006/main">
            <a:r>
              <a:t/>
            </a:r>
          </a:p>
          <a:p xmlns:a="http://schemas.openxmlformats.org/drawingml/2006/main">
            <a:r>
              <a:t>参照資料（2026年10月7日確認）</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演習2：解答と早期終了</a:t>
            </a:r>
          </a:p>
          <a:p xmlns:a="http://schemas.openxmlformats.org/drawingml/2006/main">
            <a:r>
              <a:t/>
            </a:r>
          </a:p>
          <a:p xmlns:a="http://schemas.openxmlformats.org/drawingml/2006/main">
            <a:r>
              <a:t>目安：4分／授業開始から43〜47分</a:t>
            </a:r>
          </a:p>
          <a:p xmlns:a="http://schemas.openxmlformats.org/drawingml/2006/main">
            <a:r>
              <a:t/>
            </a:r>
          </a:p>
          <a:p xmlns:a="http://schemas.openxmlformats.org/drawingml/2006/main">
            <a:r>
              <a:t>改善を待つエポック数なども設定する．実運用では揺らぎがあるため，最初の一度の増加で必ず止めるという規則にはしない．</a:t>
            </a:r>
          </a:p>
          <a:p xmlns:a="http://schemas.openxmlformats.org/drawingml/2006/main">
            <a:r>
              <a:t/>
            </a:r>
          </a:p>
          <a:p xmlns:a="http://schemas.openxmlformats.org/drawingml/2006/main">
            <a:r>
              <a:t>この例では，4エポックの検証損失が最小．</a:t>
            </a:r>
          </a:p>
          <a:p xmlns:a="http://schemas.openxmlformats.org/drawingml/2006/main">
            <a:r>
              <a:t/>
            </a:r>
          </a:p>
          <a:p xmlns:a="http://schemas.openxmlformats.org/drawingml/2006/main">
            <a:r>
              <a:t>早期終了は，検証の改善が止まったときに学習を止める方法．</a:t>
            </a:r>
          </a:p>
          <a:p xmlns:a="http://schemas.openxmlformats.org/drawingml/2006/main">
            <a:r>
              <a:t/>
            </a:r>
          </a:p>
          <a:p xmlns:a="http://schemas.openxmlformats.org/drawingml/2006/main">
            <a:r>
              <a:t>最良の検証時点の重みを保存する方法もある．</a:t>
            </a:r>
          </a:p>
          <a:p xmlns:a="http://schemas.openxmlformats.org/drawingml/2006/main">
            <a:r>
              <a:t/>
            </a:r>
          </a:p>
          <a:p xmlns:a="http://schemas.openxmlformats.org/drawingml/2006/main">
            <a:r>
              <a:t>参照資料（2026年10月7日確認）</a:t>
            </a:r>
          </a:p>
          <a:p xmlns:a="http://schemas.openxmlformats.org/drawingml/2006/main">
            <a:r>
              <a:t/>
            </a:r>
          </a:p>
          <a:p xmlns:a="http://schemas.openxmlformats.org/drawingml/2006/main">
            <a:r>
              <a:t>TensorFlow：Overfit and underfit</a:t>
            </a:r>
          </a:p>
          <a:p xmlns:a="http://schemas.openxmlformats.org/drawingml/2006/main">
            <a:r>
              <a:t>https://www.tensorflow.org/tutorials/keras/overfit_and_underfit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過学習への対策</a:t>
            </a:r>
          </a:p>
          <a:p xmlns:a="http://schemas.openxmlformats.org/drawingml/2006/main">
            <a:r>
              <a:t/>
            </a:r>
          </a:p>
          <a:p xmlns:a="http://schemas.openxmlformats.org/drawingml/2006/main">
            <a:r>
              <a:t>目安：4分／授業開始から47〜51分</a:t>
            </a:r>
          </a:p>
          <a:p xmlns:a="http://schemas.openxmlformats.org/drawingml/2006/main">
            <a:r>
              <a:t/>
            </a:r>
          </a:p>
          <a:p xmlns:a="http://schemas.openxmlformats.org/drawingml/2006/main">
            <a:r>
              <a:t>対策は万能ではない．検証データが運用を代表しなければ，その改善も現場で役立たない可能性がある．</a:t>
            </a:r>
          </a:p>
          <a:p xmlns:a="http://schemas.openxmlformats.org/drawingml/2006/main">
            <a:r>
              <a:t/>
            </a:r>
          </a:p>
          <a:p xmlns:a="http://schemas.openxmlformats.org/drawingml/2006/main">
            <a:r>
              <a:t>訓練データの充実 ／ 運用で現れる例を十分に含める</a:t>
            </a:r>
          </a:p>
          <a:p xmlns:a="http://schemas.openxmlformats.org/drawingml/2006/main">
            <a:r>
              <a:t>モデルを簡潔にする ／ 訓練例への過度な適合を抑える</a:t>
            </a:r>
          </a:p>
          <a:p xmlns:a="http://schemas.openxmlformats.org/drawingml/2006/main">
            <a:r>
              <a:t>正則化・ドロップアウト ／ 学習の自由度や依存を抑える</a:t>
            </a:r>
          </a:p>
          <a:p xmlns:a="http://schemas.openxmlformats.org/drawingml/2006/main">
            <a:r>
              <a:t>早期終了 ／ 検証で悪化する学習を続けすぎない</a:t>
            </a:r>
          </a:p>
          <a:p xmlns:a="http://schemas.openxmlformats.org/drawingml/2006/main">
            <a:r>
              <a:t/>
            </a:r>
          </a:p>
          <a:p xmlns:a="http://schemas.openxmlformats.org/drawingml/2006/main">
            <a:r>
              <a:t>参照資料（2026年10月7日確認）</a:t>
            </a:r>
          </a:p>
          <a:p xmlns:a="http://schemas.openxmlformats.org/drawingml/2006/main">
            <a:r>
              <a:t/>
            </a:r>
          </a:p>
          <a:p xmlns:a="http://schemas.openxmlformats.org/drawingml/2006/main">
            <a:r>
              <a:t>TensorFlow：Overfit and underfit</a:t>
            </a:r>
          </a:p>
          <a:p xmlns:a="http://schemas.openxmlformats.org/drawingml/2006/main">
            <a:r>
              <a:t>https://www.tensorflow.org/tutorials/keras/overfit_and_underfit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重みに対する正則化</a:t>
            </a:r>
          </a:p>
          <a:p xmlns:a="http://schemas.openxmlformats.org/drawingml/2006/main">
            <a:r>
              <a:t/>
            </a:r>
          </a:p>
          <a:p xmlns:a="http://schemas.openxmlformats.org/drawingml/2006/main">
            <a:r>
              <a:t>目安：4分／授業開始から51〜55分</a:t>
            </a:r>
          </a:p>
          <a:p xmlns:a="http://schemas.openxmlformats.org/drawingml/2006/main">
            <a:r>
              <a:t/>
            </a:r>
          </a:p>
          <a:p xmlns:a="http://schemas.openxmlformats.org/drawingml/2006/main">
            <a:r>
              <a:t>重みの罰則の狙いを説明し，式の導出はしない．最適化手法によってweight decayとL2が同一でない点は補足にとどめる．</a:t>
            </a:r>
          </a:p>
          <a:p xmlns:a="http://schemas.openxmlformats.org/drawingml/2006/main">
            <a:r>
              <a:t/>
            </a:r>
          </a:p>
          <a:p xmlns:a="http://schemas.openxmlformats.org/drawingml/2006/main">
            <a:r>
              <a:t>予測の損失に，重みの大きさに応じた項を加える．</a:t>
            </a:r>
          </a:p>
          <a:p xmlns:a="http://schemas.openxmlformats.org/drawingml/2006/main">
            <a:r>
              <a:t/>
            </a:r>
          </a:p>
          <a:p xmlns:a="http://schemas.openxmlformats.org/drawingml/2006/main">
            <a:r>
              <a:t>L2は重みの二乗，L1は絶対値を使う．</a:t>
            </a:r>
          </a:p>
          <a:p xmlns:a="http://schemas.openxmlformats.org/drawingml/2006/main">
            <a:r>
              <a:t/>
            </a:r>
          </a:p>
          <a:p xmlns:a="http://schemas.openxmlformats.org/drawingml/2006/main">
            <a:r>
              <a:t>強さを上げすぎると，十分に学べない場合がある．</a:t>
            </a:r>
          </a:p>
          <a:p xmlns:a="http://schemas.openxmlformats.org/drawingml/2006/main">
            <a:r>
              <a:t/>
            </a:r>
          </a:p>
          <a:p xmlns:a="http://schemas.openxmlformats.org/drawingml/2006/main">
            <a:r>
              <a:t>参照資料（2026年10月7日確認）</a:t>
            </a:r>
          </a:p>
          <a:p xmlns:a="http://schemas.openxmlformats.org/drawingml/2006/main">
            <a:r>
              <a:t/>
            </a:r>
          </a:p>
          <a:p xmlns:a="http://schemas.openxmlformats.org/drawingml/2006/main">
            <a:r>
              <a:t>TensorFlow：Overfit and underfit</a:t>
            </a:r>
          </a:p>
          <a:p xmlns:a="http://schemas.openxmlformats.org/drawingml/2006/main">
            <a:r>
              <a:t>https://www.tensorflow.org/tutorials/keras/overfit_and_underfit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ドロップアウトの考え方</a:t>
            </a:r>
          </a:p>
          <a:p xmlns:a="http://schemas.openxmlformats.org/drawingml/2006/main">
            <a:r>
              <a:t/>
            </a:r>
          </a:p>
          <a:p xmlns:a="http://schemas.openxmlformats.org/drawingml/2006/main">
            <a:r>
              <a:t>目安：4分／授業開始から55〜59分</a:t>
            </a:r>
          </a:p>
          <a:p xmlns:a="http://schemas.openxmlformats.org/drawingml/2006/main">
            <a:r>
              <a:t/>
            </a:r>
          </a:p>
          <a:p xmlns:a="http://schemas.openxmlformats.org/drawingml/2006/main">
            <a:r>
              <a:t>標準的なドロップアウトでは学習時にランダムに一部の活性を落とし，推論時は全て使う．ライブラリが倍率調整を行う．MC Dropoutなどの例外は今回扱わない．</a:t>
            </a:r>
          </a:p>
          <a:p xmlns:a="http://schemas.openxmlformats.org/drawingml/2006/main">
            <a:r>
              <a:t/>
            </a:r>
          </a:p>
          <a:p xmlns:a="http://schemas.openxmlformats.org/drawingml/2006/main">
            <a:r>
              <a:t>参照資料（2026年10月7日確認）</a:t>
            </a:r>
          </a:p>
          <a:p xmlns:a="http://schemas.openxmlformats.org/drawingml/2006/main">
            <a:r>
              <a:t/>
            </a:r>
          </a:p>
          <a:p xmlns:a="http://schemas.openxmlformats.org/drawingml/2006/main">
            <a:r>
              <a:t>Google：Training using backpropagation</a:t>
            </a:r>
          </a:p>
          <a:p xmlns:a="http://schemas.openxmlformats.org/drawingml/2006/main">
            <a:r>
              <a:t>https://developers.google.com/machine-learning/crash-course/neural-networks/backpropagation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データ拡張</a:t>
            </a:r>
          </a:p>
          <a:p xmlns:a="http://schemas.openxmlformats.org/drawingml/2006/main">
            <a:r>
              <a:t/>
            </a:r>
          </a:p>
          <a:p xmlns:a="http://schemas.openxmlformats.org/drawingml/2006/main">
            <a:r>
              <a:t>目安：4分／授業開始から59〜63分</a:t>
            </a:r>
          </a:p>
          <a:p xmlns:a="http://schemas.openxmlformats.org/drawingml/2006/main">
            <a:r>
              <a:t/>
            </a:r>
          </a:p>
          <a:p xmlns:a="http://schemas.openxmlformats.org/drawingml/2006/main">
            <a:r>
              <a:t>数字6の回転が9に見える場合や文字の左右反転など，ラベルが壊れる例を考える．検証・テストは評価目的に合わせ，ランダムな拡張で結果を混同しない．</a:t>
            </a:r>
          </a:p>
          <a:p xmlns:a="http://schemas.openxmlformats.org/drawingml/2006/main">
            <a:r>
              <a:t/>
            </a:r>
          </a:p>
          <a:p xmlns:a="http://schemas.openxmlformats.org/drawingml/2006/main">
            <a:r>
              <a:t>意味を保つ範囲で，訓練例に変化を加える．</a:t>
            </a:r>
          </a:p>
          <a:p xmlns:a="http://schemas.openxmlformats.org/drawingml/2006/main">
            <a:r>
              <a:t/>
            </a:r>
          </a:p>
          <a:p xmlns:a="http://schemas.openxmlformats.org/drawingml/2006/main">
            <a:r>
              <a:t>画像の切り取り・明るさの変更などを使う．</a:t>
            </a:r>
          </a:p>
          <a:p xmlns:a="http://schemas.openxmlformats.org/drawingml/2006/main">
            <a:r>
              <a:t/>
            </a:r>
          </a:p>
          <a:p xmlns:a="http://schemas.openxmlformats.org/drawingml/2006/main">
            <a:r>
              <a:t>変化が正解を変えてしまわないかを確認する．</a:t>
            </a:r>
          </a:p>
          <a:p xmlns:a="http://schemas.openxmlformats.org/drawingml/2006/main">
            <a:r>
              <a:t/>
            </a:r>
          </a:p>
          <a:p xmlns:a="http://schemas.openxmlformats.org/drawingml/2006/main">
            <a:r>
              <a:t>参照資料（2026年10月7日確認）</a:t>
            </a:r>
          </a:p>
          <a:p xmlns:a="http://schemas.openxmlformats.org/drawingml/2006/main">
            <a:r>
              <a:t/>
            </a:r>
          </a:p>
          <a:p xmlns:a="http://schemas.openxmlformats.org/drawingml/2006/main">
            <a:r>
              <a:t>TensorFlow：Data augmentation</a:t>
            </a:r>
          </a:p>
          <a:p xmlns:a="http://schemas.openxmlformats.org/drawingml/2006/main">
            <a:r>
              <a:t>https://www.tensorflow.org/tutorials/images/data_augmentation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データの正規化と層の正規化</a:t>
            </a:r>
          </a:p>
          <a:p xmlns:a="http://schemas.openxmlformats.org/drawingml/2006/main">
            <a:r>
              <a:t/>
            </a:r>
          </a:p>
          <a:p xmlns:a="http://schemas.openxmlformats.org/drawingml/2006/main">
            <a:r>
              <a:t>目安：4分／授業開始から63〜67分</a:t>
            </a:r>
          </a:p>
          <a:p xmlns:a="http://schemas.openxmlformats.org/drawingml/2006/main">
            <a:r>
              <a:t/>
            </a:r>
          </a:p>
          <a:p xmlns:a="http://schemas.openxmlformats.org/drawingml/2006/main">
            <a:r>
              <a:t>入力の標準化とBatch Normalizationは同じ操作ではない．後者は典型的にミニバッチの統計と学習可能な変換を使い，推論で蓄積した統計を使う．</a:t>
            </a:r>
          </a:p>
          <a:p xmlns:a="http://schemas.openxmlformats.org/drawingml/2006/main">
            <a:r>
              <a:t/>
            </a:r>
          </a:p>
          <a:p xmlns:a="http://schemas.openxmlformats.org/drawingml/2006/main">
            <a:r>
              <a:t>入力データ ／ 特徴量の尺度を揃える ／ 訓練データで変換を学ぶ</a:t>
            </a:r>
          </a:p>
          <a:p xmlns:a="http://schemas.openxmlformats.org/drawingml/2006/main">
            <a:r>
              <a:t>層の出力 ／ Batch Normalization ／ 学習時と推論時の動作を区別する</a:t>
            </a:r>
          </a:p>
          <a:p xmlns:a="http://schemas.openxmlformats.org/drawingml/2006/main">
            <a:r>
              <a:t/>
            </a:r>
          </a:p>
          <a:p xmlns:a="http://schemas.openxmlformats.org/drawingml/2006/main">
            <a:r>
              <a:t>参照資料（2026年10月7日確認）</a:t>
            </a:r>
          </a:p>
          <a:p xmlns:a="http://schemas.openxmlformats.org/drawingml/2006/main">
            <a:r>
              <a:t/>
            </a:r>
          </a:p>
          <a:p xmlns:a="http://schemas.openxmlformats.org/drawingml/2006/main">
            <a:r>
              <a:t>PyTorch：BatchNorm1d</a:t>
            </a:r>
          </a:p>
          <a:p xmlns:a="http://schemas.openxmlformats.org/drawingml/2006/main">
            <a:r>
              <a:t>https://docs.pytorch.org/docs/stable/generated/torch.nn.BatchNorm1d.html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学習不足の可能性</a:t>
            </a:r>
          </a:p>
          <a:p xmlns:a="http://schemas.openxmlformats.org/drawingml/2006/main">
            <a:r>
              <a:t/>
            </a:r>
          </a:p>
          <a:p xmlns:a="http://schemas.openxmlformats.org/drawingml/2006/main">
            <a:r>
              <a:t>目安：4分／授業開始から67〜71分</a:t>
            </a:r>
          </a:p>
          <a:p xmlns:a="http://schemas.openxmlformats.org/drawingml/2006/main">
            <a:r>
              <a:t/>
            </a:r>
          </a:p>
          <a:p xmlns:a="http://schemas.openxmlformats.org/drawingml/2006/main">
            <a:r>
              <a:t>両方悪いだけで学習不足と断定しない．ラベルの誤り，特徴量不足，実装の不具合にも目を向ける．</a:t>
            </a:r>
          </a:p>
          <a:p xmlns:a="http://schemas.openxmlformats.org/drawingml/2006/main">
            <a:r>
              <a:t/>
            </a:r>
          </a:p>
          <a:p xmlns:a="http://schemas.openxmlformats.org/drawingml/2006/main">
            <a:r>
              <a:t>訓練と検証の両方で性能が低い場合がある．</a:t>
            </a:r>
          </a:p>
          <a:p xmlns:a="http://schemas.openxmlformats.org/drawingml/2006/main">
            <a:r>
              <a:t/>
            </a:r>
          </a:p>
          <a:p xmlns:a="http://schemas.openxmlformats.org/drawingml/2006/main">
            <a:r>
              <a:t>モデルの表現力，学習時間，データの情報を確認する．</a:t>
            </a:r>
          </a:p>
          <a:p xmlns:a="http://schemas.openxmlformats.org/drawingml/2006/main">
            <a:r>
              <a:t/>
            </a:r>
          </a:p>
          <a:p xmlns:a="http://schemas.openxmlformats.org/drawingml/2006/main">
            <a:r>
              <a:t>正則化を強くすることだけが改善策ではない．</a:t>
            </a:r>
          </a:p>
          <a:p xmlns:a="http://schemas.openxmlformats.org/drawingml/2006/main">
            <a:r>
              <a:t/>
            </a:r>
          </a:p>
          <a:p xmlns:a="http://schemas.openxmlformats.org/drawingml/2006/main">
            <a:r>
              <a:t>参照資料（2026年10月7日確認）</a:t>
            </a:r>
          </a:p>
          <a:p xmlns:a="http://schemas.openxmlformats.org/drawingml/2006/main">
            <a:r>
              <a:t/>
            </a:r>
          </a:p>
          <a:p xmlns:a="http://schemas.openxmlformats.org/drawingml/2006/main">
            <a:r>
              <a:t>TensorFlow：Overfit and underfit</a:t>
            </a:r>
          </a:p>
          <a:p xmlns:a="http://schemas.openxmlformats.org/drawingml/2006/main">
            <a:r>
              <a:t>https://www.tensorflow.org/tutorials/keras/overfit_and_underfit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転移学習の基本</a:t>
            </a:r>
          </a:p>
          <a:p xmlns:a="http://schemas.openxmlformats.org/drawingml/2006/main">
            <a:r>
              <a:t/>
            </a:r>
          </a:p>
          <a:p xmlns:a="http://schemas.openxmlformats.org/drawingml/2006/main">
            <a:r>
              <a:t>目安：4分／授業開始から71〜75分</a:t>
            </a:r>
          </a:p>
          <a:p xmlns:a="http://schemas.openxmlformats.org/drawingml/2006/main">
            <a:r>
              <a:t/>
            </a:r>
          </a:p>
          <a:p xmlns:a="http://schemas.openxmlformats.org/drawingml/2006/main">
            <a:r>
              <a:t>元の学習で得た表現を新しい課題へ利用する．転移元と転移先が近いほど役立つことが多いが，必ず改善するわけではない．</a:t>
            </a:r>
          </a:p>
          <a:p xmlns:a="http://schemas.openxmlformats.org/drawingml/2006/main">
            <a:r>
              <a:t/>
            </a:r>
          </a:p>
          <a:p xmlns:a="http://schemas.openxmlformats.org/drawingml/2006/main">
            <a:r>
              <a:t>参照資料（2026年10月7日確認）</a:t>
            </a:r>
          </a:p>
          <a:p xmlns:a="http://schemas.openxmlformats.org/drawingml/2006/main">
            <a:r>
              <a:t/>
            </a:r>
          </a:p>
          <a:p xmlns:a="http://schemas.openxmlformats.org/drawingml/2006/main">
            <a:r>
              <a:t>TensorFlow：Transfer learning &amp; fine-tuning</a:t>
            </a:r>
          </a:p>
          <a:p xmlns:a="http://schemas.openxmlformats.org/drawingml/2006/main">
            <a:r>
              <a:t>https://www.tensorflow.org/guide/keras/transfer_learning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転移学習とファインチューニング</a:t>
            </a:r>
          </a:p>
          <a:p xmlns:a="http://schemas.openxmlformats.org/drawingml/2006/main">
            <a:r>
              <a:t/>
            </a:r>
          </a:p>
          <a:p xmlns:a="http://schemas.openxmlformats.org/drawingml/2006/main">
            <a:r>
              <a:t>目安：4分／授業開始から75〜79分</a:t>
            </a:r>
          </a:p>
          <a:p xmlns:a="http://schemas.openxmlformats.org/drawingml/2006/main">
            <a:r>
              <a:t/>
            </a:r>
          </a:p>
          <a:p xmlns:a="http://schemas.openxmlformats.org/drawingml/2006/main">
            <a:r>
              <a:t>用語の使い方は文献によって広さが違う．ここでは更新する範囲で整理する．学習率を小さくするなど，既存の表現を壊しすぎない工夫を考える．</a:t>
            </a:r>
          </a:p>
          <a:p xmlns:a="http://schemas.openxmlformats.org/drawingml/2006/main">
            <a:r>
              <a:t/>
            </a:r>
          </a:p>
          <a:p xmlns:a="http://schemas.openxmlformats.org/drawingml/2006/main">
            <a:r>
              <a:t>特徴抽出器として使う ／ 主に新しい出力側</a:t>
            </a:r>
          </a:p>
          <a:p xmlns:a="http://schemas.openxmlformats.org/drawingml/2006/main">
            <a:r>
              <a:t>ファインチューニング ／ 出力側に加え，既存の一部または全体</a:t>
            </a:r>
          </a:p>
          <a:p xmlns:a="http://schemas.openxmlformats.org/drawingml/2006/main">
            <a:r>
              <a:t/>
            </a:r>
          </a:p>
          <a:p xmlns:a="http://schemas.openxmlformats.org/drawingml/2006/main">
            <a:r>
              <a:t>参照資料（2026年10月7日確認）</a:t>
            </a:r>
          </a:p>
          <a:p xmlns:a="http://schemas.openxmlformats.org/drawingml/2006/main">
            <a:r>
              <a:t/>
            </a:r>
          </a:p>
          <a:p xmlns:a="http://schemas.openxmlformats.org/drawingml/2006/main">
            <a:r>
              <a:t>TensorFlow：Transfer learning &amp; fine-tuning</a:t>
            </a:r>
          </a:p>
          <a:p xmlns:a="http://schemas.openxmlformats.org/drawingml/2006/main">
            <a:r>
              <a:t>https://www.tensorflow.org/guide/keras/transfer_learning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CPU・GPUと計算資源</a:t>
            </a:r>
          </a:p>
          <a:p xmlns:a="http://schemas.openxmlformats.org/drawingml/2006/main">
            <a:r>
              <a:t/>
            </a:r>
          </a:p>
          <a:p xmlns:a="http://schemas.openxmlformats.org/drawingml/2006/main">
            <a:r>
              <a:t>目安：4分／授業開始から79〜83分</a:t>
            </a:r>
          </a:p>
          <a:p xmlns:a="http://schemas.openxmlformats.org/drawingml/2006/main">
            <a:r>
              <a:t/>
            </a:r>
          </a:p>
          <a:p xmlns:a="http://schemas.openxmlformats.org/drawingml/2006/main">
            <a:r>
              <a:t>GPUなら常に速いとは限らない．小規模なモデル，転送，データ読み込みでは効果が小さくなる．価格や機種の比較は扱わない．</a:t>
            </a:r>
          </a:p>
          <a:p xmlns:a="http://schemas.openxmlformats.org/drawingml/2006/main">
            <a:r>
              <a:t/>
            </a:r>
          </a:p>
          <a:p xmlns:a="http://schemas.openxmlformats.org/drawingml/2006/main">
            <a:r>
              <a:t>CPU ／ 一般的な処理やデータ準備</a:t>
            </a:r>
          </a:p>
          <a:p xmlns:a="http://schemas.openxmlformats.org/drawingml/2006/main">
            <a:r>
              <a:t>GPU ／ 多数の計算を並列に実行</a:t>
            </a:r>
          </a:p>
          <a:p xmlns:a="http://schemas.openxmlformats.org/drawingml/2006/main">
            <a:r>
              <a:t>メモリ・転送 ／ モデルとバッチが収まるか，転送がボトルネックか</a:t>
            </a:r>
          </a:p>
          <a:p xmlns:a="http://schemas.openxmlformats.org/drawingml/2006/main">
            <a:r>
              <a:t/>
            </a:r>
          </a:p>
          <a:p xmlns:a="http://schemas.openxmlformats.org/drawingml/2006/main">
            <a:r>
              <a:t>参照資料（2026年10月7日確認）</a:t>
            </a:r>
          </a:p>
          <a:p xmlns:a="http://schemas.openxmlformats.org/drawingml/2006/main">
            <a:r>
              <a:t/>
            </a:r>
          </a:p>
          <a:p xmlns:a="http://schemas.openxmlformats.org/drawingml/2006/main">
            <a:r>
              <a:t>NVIDIA：CUDA Programming Guide</a:t>
            </a:r>
          </a:p>
          <a:p xmlns:a="http://schemas.openxmlformats.org/drawingml/2006/main">
            <a:r>
              <a:t>https://docs.nvidia.com/cuda/cuda-programming-guide/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比較実験の記録</a:t>
            </a:r>
          </a:p>
          <a:p xmlns:a="http://schemas.openxmlformats.org/drawingml/2006/main">
            <a:r>
              <a:t/>
            </a:r>
          </a:p>
          <a:p xmlns:a="http://schemas.openxmlformats.org/drawingml/2006/main">
            <a:r>
              <a:t>目安：4分／授業開始から83〜87分</a:t>
            </a:r>
          </a:p>
          <a:p xmlns:a="http://schemas.openxmlformats.org/drawingml/2006/main">
            <a:r>
              <a:t/>
            </a:r>
          </a:p>
          <a:p xmlns:a="http://schemas.openxmlformats.org/drawingml/2006/main">
            <a:r>
              <a:t>変更する要因を絞り，比較の理由を説明できるようにする．乱数の影響もあるので，再現条件と結果のばらつきを記録する．</a:t>
            </a:r>
          </a:p>
          <a:p xmlns:a="http://schemas.openxmlformats.org/drawingml/2006/main">
            <a:r>
              <a:t/>
            </a:r>
          </a:p>
          <a:p xmlns:a="http://schemas.openxmlformats.org/drawingml/2006/main">
            <a:r>
              <a:t>データ分割と評価指標を揃える．</a:t>
            </a:r>
          </a:p>
          <a:p xmlns:a="http://schemas.openxmlformats.org/drawingml/2006/main">
            <a:r>
              <a:t/>
            </a:r>
          </a:p>
          <a:p xmlns:a="http://schemas.openxmlformats.org/drawingml/2006/main">
            <a:r>
              <a:t>変更した設定と結果を記録する．</a:t>
            </a:r>
          </a:p>
          <a:p xmlns:a="http://schemas.openxmlformats.org/drawingml/2006/main">
            <a:r>
              <a:t/>
            </a:r>
          </a:p>
          <a:p xmlns:a="http://schemas.openxmlformats.org/drawingml/2006/main">
            <a:r>
              <a:t>テストデータは最後の確認に使う．</a:t>
            </a:r>
          </a:p>
          <a:p xmlns:a="http://schemas.openxmlformats.org/drawingml/2006/main">
            <a:r>
              <a:t/>
            </a:r>
          </a:p>
          <a:p xmlns:a="http://schemas.openxmlformats.org/drawingml/2006/main">
            <a:r>
              <a:t>改善した理由を説明できる比較にする．</a:t>
            </a:r>
          </a:p>
          <a:p xmlns:a="http://schemas.openxmlformats.org/drawingml/2006/main">
            <a:r>
              <a:t/>
            </a:r>
          </a:p>
          <a:p xmlns:a="http://schemas.openxmlformats.org/drawingml/2006/main">
            <a:r>
              <a:t>参照資料（2026年10月7日確認）</a:t>
            </a:r>
          </a:p>
          <a:p xmlns:a="http://schemas.openxmlformats.org/drawingml/2006/main">
            <a:r>
              <a:t/>
            </a:r>
          </a:p>
          <a:p xmlns:a="http://schemas.openxmlformats.org/drawingml/2006/main">
            <a:r>
              <a:t>TensorFlow：Overfit and underfit</a:t>
            </a:r>
          </a:p>
          <a:p xmlns:a="http://schemas.openxmlformats.org/drawingml/2006/main">
            <a:r>
              <a:t>https://www.tensorflow.org/tutorials/keras/overfit_and_underfit</a:t>
            </a:r>
          </a:p>
          <a:p xmlns:a="http://schemas.openxmlformats.org/drawingml/2006/main">
            <a:r>
              <a:t/>
            </a:r>
          </a:p>
          <a:p xmlns:a="http://schemas.openxmlformats.org/drawingml/2006/main">
            <a:r>
              <a:t>Google：Hyperparameters</a:t>
            </a:r>
          </a:p>
          <a:p xmlns:a="http://schemas.openxmlformats.org/drawingml/2006/main">
            <a:r>
              <a:t>https://developers.google.com/machine-learning/crash-course/linear-regression/hyperparameters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まとめ・振り返り</a:t>
            </a:r>
          </a:p>
          <a:p xmlns:a="http://schemas.openxmlformats.org/drawingml/2006/main">
            <a:r>
              <a:t/>
            </a:r>
          </a:p>
          <a:p xmlns:a="http://schemas.openxmlformats.org/drawingml/2006/main">
            <a:r>
              <a:t>目安：3分／授業開始から87〜90分</a:t>
            </a:r>
          </a:p>
          <a:p xmlns:a="http://schemas.openxmlformats.org/drawingml/2006/main">
            <a:r>
              <a:t/>
            </a:r>
          </a:p>
          <a:p xmlns:a="http://schemas.openxmlformats.org/drawingml/2006/main">
            <a:r>
              <a:t>出口課題：訓練損失だけ下がって検証損失が上がるとき，まず何を確認し，何を一つ試すか．次回は画像とCNN．</a:t>
            </a:r>
          </a:p>
          <a:p xmlns:a="http://schemas.openxmlformats.org/drawingml/2006/main">
            <a:r>
              <a:t/>
            </a:r>
          </a:p>
          <a:p xmlns:a="http://schemas.openxmlformats.org/drawingml/2006/main">
            <a:r>
              <a:t>曲線を読み，問題に合う対策を考える．</a:t>
            </a:r>
          </a:p>
          <a:p xmlns:a="http://schemas.openxmlformats.org/drawingml/2006/main">
            <a:r>
              <a:t/>
            </a:r>
          </a:p>
          <a:p xmlns:a="http://schemas.openxmlformats.org/drawingml/2006/main">
            <a:r>
              <a:t>転移学習は，既存の学習結果を新しい課題に使う．</a:t>
            </a:r>
          </a:p>
          <a:p xmlns:a="http://schemas.openxmlformats.org/drawingml/2006/main">
            <a:r>
              <a:t/>
            </a:r>
          </a:p>
          <a:p xmlns:a="http://schemas.openxmlformats.org/drawingml/2006/main">
            <a:r>
              <a:t>計算資源と，比較条件も結果に影響する．</a:t>
            </a:r>
          </a:p>
          <a:p xmlns:a="http://schemas.openxmlformats.org/drawingml/2006/main">
            <a:r>
              <a:t/>
            </a:r>
          </a:p>
          <a:p xmlns:a="http://schemas.openxmlformats.org/drawingml/2006/main">
            <a:r>
              <a:t>次回：画像を扱うAI</a:t>
            </a:r>
          </a:p>
          <a:p xmlns:a="http://schemas.openxmlformats.org/drawingml/2006/main">
            <a:r>
              <a:t/>
            </a:r>
          </a:p>
          <a:p xmlns:a="http://schemas.openxmlformats.org/drawingml/2006/main">
            <a:r>
              <a:t>参照資料（2026年10月7日確認）</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参考資料1</a:t>
            </a:r>
          </a:p>
          <a:p xmlns:a="http://schemas.openxmlformats.org/drawingml/2006/main">
            <a:r>
              <a:t/>
            </a:r>
          </a:p>
          <a:p xmlns:a="http://schemas.openxmlformats.org/drawingml/2006/main">
            <a:r>
              <a:t>参考資料：授業時間外</a:t>
            </a:r>
          </a:p>
          <a:p xmlns:a="http://schemas.openxmlformats.org/drawingml/2006/main">
            <a:r>
              <a:t/>
            </a:r>
          </a:p>
          <a:p xmlns:a="http://schemas.openxmlformats.org/drawingml/2006/main">
            <a:r>
              <a:t>授業内容の参考資料．図・数値・設問は出典を別途示したものを除き，本講義の作例．</a:t>
            </a:r>
          </a:p>
          <a:p xmlns:a="http://schemas.openxmlformats.org/drawingml/2006/main">
            <a:r>
              <a:t/>
            </a:r>
          </a:p>
          <a:p xmlns:a="http://schemas.openxmlformats.org/drawingml/2006/main">
            <a:r>
              <a:t>参照資料（2026年10月7日確認）</a:t>
            </a:r>
          </a:p>
          <a:p xmlns:a="http://schemas.openxmlformats.org/drawingml/2006/main">
            <a:r>
              <a:t/>
            </a:r>
          </a:p>
          <a:p xmlns:a="http://schemas.openxmlformats.org/drawingml/2006/main">
            <a:r>
              <a:t>Google：Hyperparameters</a:t>
            </a:r>
          </a:p>
          <a:p xmlns:a="http://schemas.openxmlformats.org/drawingml/2006/main">
            <a:r>
              <a:t>https://developers.google.com/machine-learning/crash-course/linear-regression/hyperparameters</a:t>
            </a:r>
          </a:p>
          <a:p xmlns:a="http://schemas.openxmlformats.org/drawingml/2006/main">
            <a:r>
              <a:t/>
            </a:r>
          </a:p>
          <a:p xmlns:a="http://schemas.openxmlformats.org/drawingml/2006/main">
            <a:r>
              <a:t>TensorFlow：Overfit and underfit</a:t>
            </a:r>
          </a:p>
          <a:p xmlns:a="http://schemas.openxmlformats.org/drawingml/2006/main">
            <a:r>
              <a:t>https://www.tensorflow.org/tutorials/keras/overfit_and_underfit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参考資料2</a:t>
            </a:r>
          </a:p>
          <a:p xmlns:a="http://schemas.openxmlformats.org/drawingml/2006/main">
            <a:r>
              <a:t/>
            </a:r>
          </a:p>
          <a:p xmlns:a="http://schemas.openxmlformats.org/drawingml/2006/main">
            <a:r>
              <a:t>参考資料：授業時間外</a:t>
            </a:r>
          </a:p>
          <a:p xmlns:a="http://schemas.openxmlformats.org/drawingml/2006/main">
            <a:r>
              <a:t/>
            </a:r>
          </a:p>
          <a:p xmlns:a="http://schemas.openxmlformats.org/drawingml/2006/main">
            <a:r>
              <a:t>本文の補足と参考資料．演習は講義用の作例で，公式試験問題ではない．</a:t>
            </a:r>
          </a:p>
          <a:p xmlns:a="http://schemas.openxmlformats.org/drawingml/2006/main">
            <a:r>
              <a:t/>
            </a:r>
          </a:p>
          <a:p xmlns:a="http://schemas.openxmlformats.org/drawingml/2006/main">
            <a:r>
              <a:t>参照資料（2026年10月7日確認）</a:t>
            </a:r>
          </a:p>
          <a:p xmlns:a="http://schemas.openxmlformats.org/drawingml/2006/main">
            <a:r>
              <a:t/>
            </a:r>
          </a:p>
          <a:p xmlns:a="http://schemas.openxmlformats.org/drawingml/2006/main">
            <a:r>
              <a:t>Google：Hyperparameters</a:t>
            </a:r>
          </a:p>
          <a:p xmlns:a="http://schemas.openxmlformats.org/drawingml/2006/main">
            <a:r>
              <a:t>https://developers.google.com/machine-learning/crash-course/linear-regression/hyperparameters</a:t>
            </a:r>
          </a:p>
          <a:p xmlns:a="http://schemas.openxmlformats.org/drawingml/2006/main">
            <a:r>
              <a:t/>
            </a:r>
          </a:p>
          <a:p xmlns:a="http://schemas.openxmlformats.org/drawingml/2006/main">
            <a:r>
              <a:t>TensorFlow：Overfit and underfit</a:t>
            </a:r>
          </a:p>
          <a:p xmlns:a="http://schemas.openxmlformats.org/drawingml/2006/main">
            <a:r>
              <a:t>https://www.tensorflow.org/tutorials/keras/overfit_and_underfit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47b4f29eaeb455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380bc2f999044f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99590f07b87459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62cb87b72fd430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e170630ad9642c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57b479266ca4ffc"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bc9902d9ca6f4a23"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21e5b392deb84e38"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c7d2c3c8d8614309"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19a25873c5fb4579"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647d0dcd61ca49ce" /></Relationships>
</file>

<file path=ppt/slideLayouts/slideLayout1.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10" name="Google Shape;10;p2">
            <a:extLst xmlns:a="http://schemas.openxmlformats.org/drawingml/2006/main">
              <a:ext uri="{FF2B5EF4-FFF2-40B4-BE49-F238E27FC236}">
                <a16:creationId xmlns:a16="http://schemas.microsoft.com/office/drawing/2014/main" id="{97F7A9FC-42F9-4272-8061-420BE7C155B3}"/>
              </a:ext>
            </a:extLst>
          </p:cNvPr>
          <p:cNvSpPr>
            <a:spLocks xmlns:a="http://schemas.openxmlformats.org/drawingml/2006/main" noGrp="1"/>
          </p:cNvSpPr>
          <p:nvPr>
            <p:ph type="ctrTitle" idx="0"/>
          </p:nvPr>
        </p:nvSpPr>
        <p:spPr>
          <a:xfrm xmlns:a="http://schemas.openxmlformats.org/drawingml/2006/main">
            <a:off x="311708" y="744575"/>
            <a:ext cx="8520600" cy="2052600"/>
          </a:xfrm>
          <a:prstGeom xmlns:a="http://schemas.openxmlformats.org/drawingml/2006/main" prst="rect">
            <a:avLst/>
          </a:prstGeom>
        </p:spPr>
        <p:txBody>
          <a:bodyPr xmlns:a="http://schemas.openxmlformats.org/drawingml/2006/main" spcFirstLastPara="1" wrap="square" lIns="91425" tIns="91425" rIns="91425" bIns="91425" anchor="b">
            <a:normAutofit/>
          </a:bodyPr>
          <a:lstStyle xmlns:a="http://schemas.openxmlformats.org/drawingml/2006/main">
            <a:lvl1pPr algn="ctr">
              <a:spcBef>
                <a:spcPts val="0"/>
              </a:spcBef>
              <a:spcAft>
                <a:spcPts val="0"/>
              </a:spcAft>
              <a:buSzPts val="5200"/>
              <a:buNone/>
              <a:defRPr sz="5200"/>
            </a:lvl1pPr>
            <a:lvl2pPr algn="ctr">
              <a:spcBef>
                <a:spcPts val="0"/>
              </a:spcBef>
              <a:spcAft>
                <a:spcPts val="0"/>
              </a:spcAft>
              <a:buSzPts val="5200"/>
              <a:buNone/>
              <a:defRPr sz="5200"/>
            </a:lvl2pPr>
            <a:lvl3pPr algn="ctr">
              <a:spcBef>
                <a:spcPts val="0"/>
              </a:spcBef>
              <a:spcAft>
                <a:spcPts val="0"/>
              </a:spcAft>
              <a:buSzPts val="5200"/>
              <a:buNone/>
              <a:defRPr sz="5200"/>
            </a:lvl3pPr>
            <a:lvl4pPr algn="ctr">
              <a:spcBef>
                <a:spcPts val="0"/>
              </a:spcBef>
              <a:spcAft>
                <a:spcPts val="0"/>
              </a:spcAft>
              <a:buSzPts val="5200"/>
              <a:buNone/>
              <a:defRPr sz="5200"/>
            </a:lvl4pPr>
            <a:lvl5pPr algn="ctr">
              <a:spcBef>
                <a:spcPts val="0"/>
              </a:spcBef>
              <a:spcAft>
                <a:spcPts val="0"/>
              </a:spcAft>
              <a:buSzPts val="5200"/>
              <a:buNone/>
              <a:defRPr sz="5200"/>
            </a:lvl5pPr>
            <a:lvl6pPr algn="ctr">
              <a:spcBef>
                <a:spcPts val="0"/>
              </a:spcBef>
              <a:spcAft>
                <a:spcPts val="0"/>
              </a:spcAft>
              <a:buSzPts val="5200"/>
              <a:buNone/>
              <a:defRPr sz="5200"/>
            </a:lvl6pPr>
            <a:lvl7pPr algn="ctr">
              <a:spcBef>
                <a:spcPts val="0"/>
              </a:spcBef>
              <a:spcAft>
                <a:spcPts val="0"/>
              </a:spcAft>
              <a:buSzPts val="5200"/>
              <a:buNone/>
              <a:defRPr sz="5200"/>
            </a:lvl7pPr>
            <a:lvl8pPr algn="ctr">
              <a:spcBef>
                <a:spcPts val="0"/>
              </a:spcBef>
              <a:spcAft>
                <a:spcPts val="0"/>
              </a:spcAft>
              <a:buSzPts val="5200"/>
              <a:buNone/>
              <a:defRPr sz="5200"/>
            </a:lvl8pPr>
            <a:lvl9pPr algn="ctr">
              <a:spcBef>
                <a:spcPts val="0"/>
              </a:spcBef>
              <a:spcAft>
                <a:spcPts val="0"/>
              </a:spcAft>
              <a:buSzPts val="5200"/>
              <a:buNone/>
              <a:defRPr sz="5200"/>
            </a:lvl9pPr>
          </a:lstStyle>
          <a:p xmlns:a="http://schemas.openxmlformats.org/drawingml/2006/main"/>
        </p:txBody>
      </p:sp>
      <p:sp>
        <p:nvSpPr>
          <p:cNvPr id="11" name="Google Shape;11;p2">
            <a:extLst xmlns:a="http://schemas.openxmlformats.org/drawingml/2006/main">
              <a:ext uri="{FF2B5EF4-FFF2-40B4-BE49-F238E27FC236}">
                <a16:creationId xmlns:a16="http://schemas.microsoft.com/office/drawing/2014/main" id="{DF9B35A9-3FE9-4BFF-B656-B4D6A3DC0A39}"/>
              </a:ext>
            </a:extLst>
          </p:cNvPr>
          <p:cNvSpPr>
            <a:spLocks xmlns:a="http://schemas.openxmlformats.org/drawingml/2006/main" noGrp="1"/>
          </p:cNvSpPr>
          <p:nvPr>
            <p:ph type="subTitle" idx="1"/>
          </p:nvPr>
        </p:nvSpPr>
        <p:spPr>
          <a:xfrm xmlns:a="http://schemas.openxmlformats.org/drawingml/2006/main">
            <a:off x="311700" y="2834125"/>
            <a:ext cx="8520600" cy="7926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lgn="ctr">
              <a:lnSpc>
                <a:spcPct val="100000"/>
              </a:lnSpc>
              <a:spcBef>
                <a:spcPts val="0"/>
              </a:spcBef>
              <a:spcAft>
                <a:spcPts val="0"/>
              </a:spcAft>
              <a:buSzPts val="2800"/>
              <a:buNone/>
              <a:defRPr sz="2800"/>
            </a:lvl1pPr>
            <a:lvl2pPr algn="ctr">
              <a:lnSpc>
                <a:spcPct val="100000"/>
              </a:lnSpc>
              <a:spcBef>
                <a:spcPts val="0"/>
              </a:spcBef>
              <a:spcAft>
                <a:spcPts val="0"/>
              </a:spcAft>
              <a:buSzPts val="2800"/>
              <a:buNone/>
              <a:defRPr sz="2800"/>
            </a:lvl2pPr>
            <a:lvl3pPr algn="ctr">
              <a:lnSpc>
                <a:spcPct val="100000"/>
              </a:lnSpc>
              <a:spcBef>
                <a:spcPts val="0"/>
              </a:spcBef>
              <a:spcAft>
                <a:spcPts val="0"/>
              </a:spcAft>
              <a:buSzPts val="2800"/>
              <a:buNone/>
              <a:defRPr sz="2800"/>
            </a:lvl3pPr>
            <a:lvl4pPr algn="ctr">
              <a:lnSpc>
                <a:spcPct val="100000"/>
              </a:lnSpc>
              <a:spcBef>
                <a:spcPts val="0"/>
              </a:spcBef>
              <a:spcAft>
                <a:spcPts val="0"/>
              </a:spcAft>
              <a:buSzPts val="2800"/>
              <a:buNone/>
              <a:defRPr sz="2800"/>
            </a:lvl4pPr>
            <a:lvl5pPr algn="ctr">
              <a:lnSpc>
                <a:spcPct val="100000"/>
              </a:lnSpc>
              <a:spcBef>
                <a:spcPts val="0"/>
              </a:spcBef>
              <a:spcAft>
                <a:spcPts val="0"/>
              </a:spcAft>
              <a:buSzPts val="2800"/>
              <a:buNone/>
              <a:defRPr sz="2800"/>
            </a:lvl5pPr>
            <a:lvl6pPr algn="ctr">
              <a:lnSpc>
                <a:spcPct val="100000"/>
              </a:lnSpc>
              <a:spcBef>
                <a:spcPts val="0"/>
              </a:spcBef>
              <a:spcAft>
                <a:spcPts val="0"/>
              </a:spcAft>
              <a:buSzPts val="2800"/>
              <a:buNone/>
              <a:defRPr sz="2800"/>
            </a:lvl6pPr>
            <a:lvl7pPr algn="ctr">
              <a:lnSpc>
                <a:spcPct val="100000"/>
              </a:lnSpc>
              <a:spcBef>
                <a:spcPts val="0"/>
              </a:spcBef>
              <a:spcAft>
                <a:spcPts val="0"/>
              </a:spcAft>
              <a:buSzPts val="2800"/>
              <a:buNone/>
              <a:defRPr sz="2800"/>
            </a:lvl7pPr>
            <a:lvl8pPr algn="ctr">
              <a:lnSpc>
                <a:spcPct val="100000"/>
              </a:lnSpc>
              <a:spcBef>
                <a:spcPts val="0"/>
              </a:spcBef>
              <a:spcAft>
                <a:spcPts val="0"/>
              </a:spcAft>
              <a:buSzPts val="2800"/>
              <a:buNone/>
              <a:defRPr sz="2800"/>
            </a:lvl8pPr>
            <a:lvl9pPr algn="ctr">
              <a:lnSpc>
                <a:spcPct val="100000"/>
              </a:lnSpc>
              <a:spcBef>
                <a:spcPts val="0"/>
              </a:spcBef>
              <a:spcAft>
                <a:spcPts val="0"/>
              </a:spcAft>
              <a:buSzPts val="2800"/>
              <a:buNone/>
              <a:defRPr sz="2800"/>
            </a:lvl9pPr>
          </a:lstStyle>
          <a:p xmlns:a="http://schemas.openxmlformats.org/drawingml/2006/main"/>
        </p:txBody>
      </p:sp>
      <p:sp>
        <p:nvSpPr>
          <p:cNvPr id="12" name="Google Shape;12;p2">
            <a:extLst xmlns:a="http://schemas.openxmlformats.org/drawingml/2006/main">
              <a:ext uri="{FF2B5EF4-FFF2-40B4-BE49-F238E27FC236}">
                <a16:creationId xmlns:a16="http://schemas.microsoft.com/office/drawing/2014/main" id="{2EE4E9B5-D82D-45CC-A6B5-C4CEFF56E3C3}"/>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14" name="Google Shape;14;p3">
            <a:extLst xmlns:a="http://schemas.openxmlformats.org/drawingml/2006/main">
              <a:ext uri="{FF2B5EF4-FFF2-40B4-BE49-F238E27FC236}">
                <a16:creationId xmlns:a16="http://schemas.microsoft.com/office/drawing/2014/main" id="{BFD5D03B-80CF-46D0-B675-64FA89A7F4ED}"/>
              </a:ext>
            </a:extLst>
          </p:cNvPr>
          <p:cNvSpPr>
            <a:spLocks xmlns:a="http://schemas.openxmlformats.org/drawingml/2006/main" noGrp="1"/>
          </p:cNvSpPr>
          <p:nvPr>
            <p:ph type="title" idx="0"/>
          </p:nvPr>
        </p:nvSpPr>
        <p:spPr>
          <a:xfrm xmlns:a="http://schemas.openxmlformats.org/drawingml/2006/main">
            <a:off x="311700" y="2150850"/>
            <a:ext cx="8520600" cy="8418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lgn="ctr">
              <a:spcBef>
                <a:spcPts val="0"/>
              </a:spcBef>
              <a:spcAft>
                <a:spcPts val="0"/>
              </a:spcAft>
              <a:buSzPts val="3600"/>
              <a:buNone/>
              <a:defRPr sz="3600"/>
            </a:lvl1pPr>
            <a:lvl2pPr algn="ctr">
              <a:spcBef>
                <a:spcPts val="0"/>
              </a:spcBef>
              <a:spcAft>
                <a:spcPts val="0"/>
              </a:spcAft>
              <a:buSzPts val="3600"/>
              <a:buNone/>
              <a:defRPr sz="3600"/>
            </a:lvl2pPr>
            <a:lvl3pPr algn="ctr">
              <a:spcBef>
                <a:spcPts val="0"/>
              </a:spcBef>
              <a:spcAft>
                <a:spcPts val="0"/>
              </a:spcAft>
              <a:buSzPts val="3600"/>
              <a:buNone/>
              <a:defRPr sz="3600"/>
            </a:lvl3pPr>
            <a:lvl4pPr algn="ctr">
              <a:spcBef>
                <a:spcPts val="0"/>
              </a:spcBef>
              <a:spcAft>
                <a:spcPts val="0"/>
              </a:spcAft>
              <a:buSzPts val="3600"/>
              <a:buNone/>
              <a:defRPr sz="3600"/>
            </a:lvl4pPr>
            <a:lvl5pPr algn="ctr">
              <a:spcBef>
                <a:spcPts val="0"/>
              </a:spcBef>
              <a:spcAft>
                <a:spcPts val="0"/>
              </a:spcAft>
              <a:buSzPts val="3600"/>
              <a:buNone/>
              <a:defRPr sz="3600"/>
            </a:lvl5pPr>
            <a:lvl6pPr algn="ctr">
              <a:spcBef>
                <a:spcPts val="0"/>
              </a:spcBef>
              <a:spcAft>
                <a:spcPts val="0"/>
              </a:spcAft>
              <a:buSzPts val="3600"/>
              <a:buNone/>
              <a:defRPr sz="3600"/>
            </a:lvl6pPr>
            <a:lvl7pPr algn="ctr">
              <a:spcBef>
                <a:spcPts val="0"/>
              </a:spcBef>
              <a:spcAft>
                <a:spcPts val="0"/>
              </a:spcAft>
              <a:buSzPts val="3600"/>
              <a:buNone/>
              <a:defRPr sz="3600"/>
            </a:lvl7pPr>
            <a:lvl8pPr algn="ctr">
              <a:spcBef>
                <a:spcPts val="0"/>
              </a:spcBef>
              <a:spcAft>
                <a:spcPts val="0"/>
              </a:spcAft>
              <a:buSzPts val="3600"/>
              <a:buNone/>
              <a:defRPr sz="3600"/>
            </a:lvl8pPr>
            <a:lvl9pPr algn="ctr">
              <a:spcBef>
                <a:spcPts val="0"/>
              </a:spcBef>
              <a:spcAft>
                <a:spcPts val="0"/>
              </a:spcAft>
              <a:buSzPts val="3600"/>
              <a:buNone/>
              <a:defRPr sz="3600"/>
            </a:lvl9pPr>
          </a:lstStyle>
          <a:p xmlns:a="http://schemas.openxmlformats.org/drawingml/2006/main"/>
        </p:txBody>
      </p:sp>
      <p:sp>
        <p:nvSpPr>
          <p:cNvPr id="15" name="Google Shape;15;p3">
            <a:extLst xmlns:a="http://schemas.openxmlformats.org/drawingml/2006/main">
              <a:ext uri="{FF2B5EF4-FFF2-40B4-BE49-F238E27FC236}">
                <a16:creationId xmlns:a16="http://schemas.microsoft.com/office/drawing/2014/main" id="{E87C2054-8E80-4D76-8DEF-3392908A4641}"/>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Title and body">
  <p:cSld name="TITLE_AND_BODY">
    <p:spTree>
      <p:nvGrpSpPr>
        <p:cNvPr id="1" name=""/>
        <p:cNvGrpSpPr/>
        <p:nvPr/>
      </p:nvGrpSpPr>
      <p:grpSpPr>
        <a:xfrm xmlns:a="http://schemas.openxmlformats.org/drawingml/2006/main"/>
      </p:grpSpPr>
      <p:sp>
        <p:nvSpPr>
          <p:cNvPr id="17" name="Google Shape;17;p4">
            <a:extLst xmlns:a="http://schemas.openxmlformats.org/drawingml/2006/main">
              <a:ext uri="{FF2B5EF4-FFF2-40B4-BE49-F238E27FC236}">
                <a16:creationId xmlns:a16="http://schemas.microsoft.com/office/drawing/2014/main" id="{A48A6AB9-704A-4EBC-BC7C-E63FA18B1C96}"/>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sp>
        <p:nvSpPr>
          <p:cNvPr id="18" name="Google Shape;18;p4">
            <a:extLst xmlns:a="http://schemas.openxmlformats.org/drawingml/2006/main">
              <a:ext uri="{FF2B5EF4-FFF2-40B4-BE49-F238E27FC236}">
                <a16:creationId xmlns:a16="http://schemas.microsoft.com/office/drawing/2014/main" id="{D7215D3D-AF97-4F0E-9656-152FBCF3D281}"/>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42900">
              <a:spcBef>
                <a:spcPts val="0"/>
              </a:spcBef>
              <a:spcAft>
                <a:spcPts val="0"/>
              </a:spcAft>
              <a:buSzPts val="1800"/>
              <a:buChar char="●"/>
              <a:defRPr/>
            </a:lvl1pPr>
            <a:lvl2pPr marL="914400" indent="-317500">
              <a:spcBef>
                <a:spcPts val="0"/>
              </a:spcBef>
              <a:spcAft>
                <a:spcPts val="0"/>
              </a:spcAft>
              <a:buSzPts val="1400"/>
              <a:buChar char="○"/>
              <a:defRPr/>
            </a:lvl2pPr>
            <a:lvl3pPr marL="1371600" indent="-317500">
              <a:spcBef>
                <a:spcPts val="0"/>
              </a:spcBef>
              <a:spcAft>
                <a:spcPts val="0"/>
              </a:spcAft>
              <a:buSzPts val="1400"/>
              <a:buChar char="■"/>
              <a:defRPr/>
            </a:lvl3pPr>
            <a:lvl4pPr marL="1828800" indent="-317500">
              <a:spcBef>
                <a:spcPts val="0"/>
              </a:spcBef>
              <a:spcAft>
                <a:spcPts val="0"/>
              </a:spcAft>
              <a:buSzPts val="1400"/>
              <a:buChar char="●"/>
              <a:defRPr/>
            </a:lvl4pPr>
            <a:lvl5pPr marL="2286000" indent="-317500">
              <a:spcBef>
                <a:spcPts val="0"/>
              </a:spcBef>
              <a:spcAft>
                <a:spcPts val="0"/>
              </a:spcAft>
              <a:buSzPts val="1400"/>
              <a:buChar char="○"/>
              <a:defRPr/>
            </a:lvl5pPr>
            <a:lvl6pPr marL="2743200" indent="-317500">
              <a:spcBef>
                <a:spcPts val="0"/>
              </a:spcBef>
              <a:spcAft>
                <a:spcPts val="0"/>
              </a:spcAft>
              <a:buSzPts val="1400"/>
              <a:buChar char="■"/>
              <a:defRPr/>
            </a:lvl6pPr>
            <a:lvl7pPr marL="3200400" indent="-317500">
              <a:spcBef>
                <a:spcPts val="0"/>
              </a:spcBef>
              <a:spcAft>
                <a:spcPts val="0"/>
              </a:spcAft>
              <a:buSzPts val="1400"/>
              <a:buChar char="●"/>
              <a:defRPr/>
            </a:lvl7pPr>
            <a:lvl8pPr marL="3657600" indent="-317500">
              <a:spcBef>
                <a:spcPts val="0"/>
              </a:spcBef>
              <a:spcAft>
                <a:spcPts val="0"/>
              </a:spcAft>
              <a:buSzPts val="1400"/>
              <a:buChar char="○"/>
              <a:defRPr/>
            </a:lvl8pPr>
            <a:lvl9pPr marL="4114800" indent="-317500">
              <a:spcBef>
                <a:spcPts val="0"/>
              </a:spcBef>
              <a:spcAft>
                <a:spcPts val="0"/>
              </a:spcAft>
              <a:buSzPts val="1400"/>
              <a:buChar char="■"/>
              <a:defRPr/>
            </a:lvl9pPr>
          </a:lstStyle>
          <a:p xmlns:a="http://schemas.openxmlformats.org/drawingml/2006/main"/>
        </p:txBody>
      </p:sp>
      <p:sp>
        <p:nvSpPr>
          <p:cNvPr id="19" name="Google Shape;19;p4">
            <a:extLst xmlns:a="http://schemas.openxmlformats.org/drawingml/2006/main">
              <a:ext uri="{FF2B5EF4-FFF2-40B4-BE49-F238E27FC236}">
                <a16:creationId xmlns:a16="http://schemas.microsoft.com/office/drawing/2014/main" id="{DF7B5FDE-C912-4BA0-875F-484DCB7B2EDB}"/>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Title and two columns">
  <p:cSld name="TITLE_AND_TWO_COLUMNS">
    <p:spTree>
      <p:nvGrpSpPr>
        <p:cNvPr id="1" name=""/>
        <p:cNvGrpSpPr/>
        <p:nvPr/>
      </p:nvGrpSpPr>
      <p:grpSpPr>
        <a:xfrm xmlns:a="http://schemas.openxmlformats.org/drawingml/2006/main"/>
      </p:grpSpPr>
      <p:sp>
        <p:nvSpPr>
          <p:cNvPr id="21" name="Google Shape;21;p5">
            <a:extLst xmlns:a="http://schemas.openxmlformats.org/drawingml/2006/main">
              <a:ext uri="{FF2B5EF4-FFF2-40B4-BE49-F238E27FC236}">
                <a16:creationId xmlns:a16="http://schemas.microsoft.com/office/drawing/2014/main" id="{B16BA528-8965-4793-9AC8-05865DDFC097}"/>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sp>
        <p:nvSpPr>
          <p:cNvPr id="22" name="Google Shape;22;p5">
            <a:extLst xmlns:a="http://schemas.openxmlformats.org/drawingml/2006/main">
              <a:ext uri="{FF2B5EF4-FFF2-40B4-BE49-F238E27FC236}">
                <a16:creationId xmlns:a16="http://schemas.microsoft.com/office/drawing/2014/main" id="{0E39A5F4-B176-4DAE-9CB7-A203335062A5}"/>
              </a:ext>
            </a:extLst>
          </p:cNvPr>
          <p:cNvSpPr>
            <a:spLocks xmlns:a="http://schemas.openxmlformats.org/drawingml/2006/main" noGrp="1"/>
          </p:cNvSpPr>
          <p:nvPr>
            <p:ph type="body" idx="1"/>
          </p:nvPr>
        </p:nvSpPr>
        <p:spPr>
          <a:xfrm xmlns:a="http://schemas.openxmlformats.org/drawingml/2006/main">
            <a:off x="311700" y="1152475"/>
            <a:ext cx="3999900" cy="3416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17500">
              <a:spcBef>
                <a:spcPts val="0"/>
              </a:spcBef>
              <a:spcAft>
                <a:spcPts val="0"/>
              </a:spcAft>
              <a:buSzPts val="1400"/>
              <a:buChar char="●"/>
              <a:defRPr sz="1400"/>
            </a:lvl1pPr>
            <a:lvl2pPr marL="914400" indent="-304800">
              <a:spcBef>
                <a:spcPts val="0"/>
              </a:spcBef>
              <a:spcAft>
                <a:spcPts val="0"/>
              </a:spcAft>
              <a:buSzPts val="1200"/>
              <a:buChar char="○"/>
              <a:defRPr sz="1200"/>
            </a:lvl2pPr>
            <a:lvl3pPr marL="1371600" indent="-304800">
              <a:spcBef>
                <a:spcPts val="0"/>
              </a:spcBef>
              <a:spcAft>
                <a:spcPts val="0"/>
              </a:spcAft>
              <a:buSzPts val="1200"/>
              <a:buChar char="■"/>
              <a:defRPr sz="1200"/>
            </a:lvl3pPr>
            <a:lvl4pPr marL="1828800" indent="-304800">
              <a:spcBef>
                <a:spcPts val="0"/>
              </a:spcBef>
              <a:spcAft>
                <a:spcPts val="0"/>
              </a:spcAft>
              <a:buSzPts val="1200"/>
              <a:buChar char="●"/>
              <a:defRPr sz="1200"/>
            </a:lvl4pPr>
            <a:lvl5pPr marL="2286000" indent="-304800">
              <a:spcBef>
                <a:spcPts val="0"/>
              </a:spcBef>
              <a:spcAft>
                <a:spcPts val="0"/>
              </a:spcAft>
              <a:buSzPts val="1200"/>
              <a:buChar char="○"/>
              <a:defRPr sz="1200"/>
            </a:lvl5pPr>
            <a:lvl6pPr marL="2743200" indent="-304800">
              <a:spcBef>
                <a:spcPts val="0"/>
              </a:spcBef>
              <a:spcAft>
                <a:spcPts val="0"/>
              </a:spcAft>
              <a:buSzPts val="1200"/>
              <a:buChar char="■"/>
              <a:defRPr sz="1200"/>
            </a:lvl6pPr>
            <a:lvl7pPr marL="3200400" indent="-304800">
              <a:spcBef>
                <a:spcPts val="0"/>
              </a:spcBef>
              <a:spcAft>
                <a:spcPts val="0"/>
              </a:spcAft>
              <a:buSzPts val="1200"/>
              <a:buChar char="●"/>
              <a:defRPr sz="1200"/>
            </a:lvl7pPr>
            <a:lvl8pPr marL="3657600" indent="-304800">
              <a:spcBef>
                <a:spcPts val="0"/>
              </a:spcBef>
              <a:spcAft>
                <a:spcPts val="0"/>
              </a:spcAft>
              <a:buSzPts val="1200"/>
              <a:buChar char="○"/>
              <a:defRPr sz="1200"/>
            </a:lvl8pPr>
            <a:lvl9pPr marL="4114800" indent="-304800">
              <a:spcBef>
                <a:spcPts val="0"/>
              </a:spcBef>
              <a:spcAft>
                <a:spcPts val="0"/>
              </a:spcAft>
              <a:buSzPts val="1200"/>
              <a:buChar char="■"/>
              <a:defRPr sz="1200"/>
            </a:lvl9pPr>
          </a:lstStyle>
          <a:p xmlns:a="http://schemas.openxmlformats.org/drawingml/2006/main"/>
        </p:txBody>
      </p:sp>
      <p:sp>
        <p:nvSpPr>
          <p:cNvPr id="23" name="Google Shape;23;p5">
            <a:extLst xmlns:a="http://schemas.openxmlformats.org/drawingml/2006/main">
              <a:ext uri="{FF2B5EF4-FFF2-40B4-BE49-F238E27FC236}">
                <a16:creationId xmlns:a16="http://schemas.microsoft.com/office/drawing/2014/main" id="{7E172536-B60A-4A31-A2FA-7BA7BF19B8E0}"/>
              </a:ext>
            </a:extLst>
          </p:cNvPr>
          <p:cNvSpPr>
            <a:spLocks xmlns:a="http://schemas.openxmlformats.org/drawingml/2006/main" noGrp="1"/>
          </p:cNvSpPr>
          <p:nvPr>
            <p:ph type="body" idx="2"/>
          </p:nvPr>
        </p:nvSpPr>
        <p:spPr>
          <a:xfrm xmlns:a="http://schemas.openxmlformats.org/drawingml/2006/main">
            <a:off x="4832400" y="1152475"/>
            <a:ext cx="3999900" cy="3416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17500">
              <a:spcBef>
                <a:spcPts val="0"/>
              </a:spcBef>
              <a:spcAft>
                <a:spcPts val="0"/>
              </a:spcAft>
              <a:buSzPts val="1400"/>
              <a:buChar char="●"/>
              <a:defRPr sz="1400"/>
            </a:lvl1pPr>
            <a:lvl2pPr marL="914400" indent="-304800">
              <a:spcBef>
                <a:spcPts val="0"/>
              </a:spcBef>
              <a:spcAft>
                <a:spcPts val="0"/>
              </a:spcAft>
              <a:buSzPts val="1200"/>
              <a:buChar char="○"/>
              <a:defRPr sz="1200"/>
            </a:lvl2pPr>
            <a:lvl3pPr marL="1371600" indent="-304800">
              <a:spcBef>
                <a:spcPts val="0"/>
              </a:spcBef>
              <a:spcAft>
                <a:spcPts val="0"/>
              </a:spcAft>
              <a:buSzPts val="1200"/>
              <a:buChar char="■"/>
              <a:defRPr sz="1200"/>
            </a:lvl3pPr>
            <a:lvl4pPr marL="1828800" indent="-304800">
              <a:spcBef>
                <a:spcPts val="0"/>
              </a:spcBef>
              <a:spcAft>
                <a:spcPts val="0"/>
              </a:spcAft>
              <a:buSzPts val="1200"/>
              <a:buChar char="●"/>
              <a:defRPr sz="1200"/>
            </a:lvl4pPr>
            <a:lvl5pPr marL="2286000" indent="-304800">
              <a:spcBef>
                <a:spcPts val="0"/>
              </a:spcBef>
              <a:spcAft>
                <a:spcPts val="0"/>
              </a:spcAft>
              <a:buSzPts val="1200"/>
              <a:buChar char="○"/>
              <a:defRPr sz="1200"/>
            </a:lvl5pPr>
            <a:lvl6pPr marL="2743200" indent="-304800">
              <a:spcBef>
                <a:spcPts val="0"/>
              </a:spcBef>
              <a:spcAft>
                <a:spcPts val="0"/>
              </a:spcAft>
              <a:buSzPts val="1200"/>
              <a:buChar char="■"/>
              <a:defRPr sz="1200"/>
            </a:lvl6pPr>
            <a:lvl7pPr marL="3200400" indent="-304800">
              <a:spcBef>
                <a:spcPts val="0"/>
              </a:spcBef>
              <a:spcAft>
                <a:spcPts val="0"/>
              </a:spcAft>
              <a:buSzPts val="1200"/>
              <a:buChar char="●"/>
              <a:defRPr sz="1200"/>
            </a:lvl7pPr>
            <a:lvl8pPr marL="3657600" indent="-304800">
              <a:spcBef>
                <a:spcPts val="0"/>
              </a:spcBef>
              <a:spcAft>
                <a:spcPts val="0"/>
              </a:spcAft>
              <a:buSzPts val="1200"/>
              <a:buChar char="○"/>
              <a:defRPr sz="1200"/>
            </a:lvl8pPr>
            <a:lvl9pPr marL="4114800" indent="-304800">
              <a:spcBef>
                <a:spcPts val="0"/>
              </a:spcBef>
              <a:spcAft>
                <a:spcPts val="0"/>
              </a:spcAft>
              <a:buSzPts val="1200"/>
              <a:buChar char="■"/>
              <a:defRPr sz="1200"/>
            </a:lvl9pPr>
          </a:lstStyle>
          <a:p xmlns:a="http://schemas.openxmlformats.org/drawingml/2006/main"/>
        </p:txBody>
      </p:sp>
      <p:sp>
        <p:nvSpPr>
          <p:cNvPr id="24" name="Google Shape;24;p5">
            <a:extLst xmlns:a="http://schemas.openxmlformats.org/drawingml/2006/main">
              <a:ext uri="{FF2B5EF4-FFF2-40B4-BE49-F238E27FC236}">
                <a16:creationId xmlns:a16="http://schemas.microsoft.com/office/drawing/2014/main" id="{2C24B9CB-9CE1-4429-8F38-7501BA6A20F9}"/>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5.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26" name="Google Shape;26;p6">
            <a:extLst xmlns:a="http://schemas.openxmlformats.org/drawingml/2006/main">
              <a:ext uri="{FF2B5EF4-FFF2-40B4-BE49-F238E27FC236}">
                <a16:creationId xmlns:a16="http://schemas.microsoft.com/office/drawing/2014/main" id="{A50B932F-4A9D-4C20-9484-8CF9B39F52CD}"/>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sp>
        <p:nvSpPr>
          <p:cNvPr id="27" name="Google Shape;27;p6">
            <a:extLst xmlns:a="http://schemas.openxmlformats.org/drawingml/2006/main">
              <a:ext uri="{FF2B5EF4-FFF2-40B4-BE49-F238E27FC236}">
                <a16:creationId xmlns:a16="http://schemas.microsoft.com/office/drawing/2014/main" id="{10A4A5C6-0B08-48A3-9AF9-3CC6EB89A404}"/>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6.xml><?xml version="1.0" encoding="utf-8"?>
<p:sldLayout xmlns:p="http://schemas.openxmlformats.org/presentationml/2006/main" matchingName="One column text">
  <p:cSld name="ONE_COLUMN_TEXT">
    <p:spTree>
      <p:nvGrpSpPr>
        <p:cNvPr id="1" name=""/>
        <p:cNvGrpSpPr/>
        <p:nvPr/>
      </p:nvGrpSpPr>
      <p:grpSpPr>
        <a:xfrm xmlns:a="http://schemas.openxmlformats.org/drawingml/2006/main"/>
      </p:grpSpPr>
      <p:sp>
        <p:nvSpPr>
          <p:cNvPr id="29" name="Google Shape;29;p7">
            <a:extLst xmlns:a="http://schemas.openxmlformats.org/drawingml/2006/main">
              <a:ext uri="{FF2B5EF4-FFF2-40B4-BE49-F238E27FC236}">
                <a16:creationId xmlns:a16="http://schemas.microsoft.com/office/drawing/2014/main" id="{7B5EE8FA-8AA8-4DEE-8C01-771682B3C21F}"/>
              </a:ext>
            </a:extLst>
          </p:cNvPr>
          <p:cNvSpPr>
            <a:spLocks xmlns:a="http://schemas.openxmlformats.org/drawingml/2006/main" noGrp="1"/>
          </p:cNvSpPr>
          <p:nvPr>
            <p:ph type="title" idx="0"/>
          </p:nvPr>
        </p:nvSpPr>
        <p:spPr>
          <a:xfrm xmlns:a="http://schemas.openxmlformats.org/drawingml/2006/main">
            <a:off x="311700" y="555600"/>
            <a:ext cx="2808000" cy="755700"/>
          </a:xfrm>
          <a:prstGeom xmlns:a="http://schemas.openxmlformats.org/drawingml/2006/main" prst="rect">
            <a:avLst/>
          </a:prstGeom>
        </p:spPr>
        <p:txBody>
          <a:bodyPr xmlns:a="http://schemas.openxmlformats.org/drawingml/2006/main" spcFirstLastPara="1" wrap="square" lIns="91425" tIns="91425" rIns="91425" bIns="91425" anchor="b">
            <a:normAutofit/>
          </a:bodyPr>
          <a:lstStyle xmlns:a="http://schemas.openxmlformats.org/drawingml/2006/main">
            <a:lvl1pPr>
              <a:spcBef>
                <a:spcPts val="0"/>
              </a:spcBef>
              <a:spcAft>
                <a:spcPts val="0"/>
              </a:spcAft>
              <a:buSzPts val="2400"/>
              <a:buNone/>
              <a:defRPr sz="2400"/>
            </a:lvl1pPr>
            <a:lvl2pPr>
              <a:spcBef>
                <a:spcPts val="0"/>
              </a:spcBef>
              <a:spcAft>
                <a:spcPts val="0"/>
              </a:spcAft>
              <a:buSzPts val="2400"/>
              <a:buNone/>
              <a:defRPr sz="2400"/>
            </a:lvl2pPr>
            <a:lvl3pPr>
              <a:spcBef>
                <a:spcPts val="0"/>
              </a:spcBef>
              <a:spcAft>
                <a:spcPts val="0"/>
              </a:spcAft>
              <a:buSzPts val="2400"/>
              <a:buNone/>
              <a:defRPr sz="2400"/>
            </a:lvl3pPr>
            <a:lvl4pPr>
              <a:spcBef>
                <a:spcPts val="0"/>
              </a:spcBef>
              <a:spcAft>
                <a:spcPts val="0"/>
              </a:spcAft>
              <a:buSzPts val="2400"/>
              <a:buNone/>
              <a:defRPr sz="2400"/>
            </a:lvl4pPr>
            <a:lvl5pPr>
              <a:spcBef>
                <a:spcPts val="0"/>
              </a:spcBef>
              <a:spcAft>
                <a:spcPts val="0"/>
              </a:spcAft>
              <a:buSzPts val="2400"/>
              <a:buNone/>
              <a:defRPr sz="2400"/>
            </a:lvl5pPr>
            <a:lvl6pPr>
              <a:spcBef>
                <a:spcPts val="0"/>
              </a:spcBef>
              <a:spcAft>
                <a:spcPts val="0"/>
              </a:spcAft>
              <a:buSzPts val="2400"/>
              <a:buNone/>
              <a:defRPr sz="2400"/>
            </a:lvl6pPr>
            <a:lvl7pPr>
              <a:spcBef>
                <a:spcPts val="0"/>
              </a:spcBef>
              <a:spcAft>
                <a:spcPts val="0"/>
              </a:spcAft>
              <a:buSzPts val="2400"/>
              <a:buNone/>
              <a:defRPr sz="2400"/>
            </a:lvl7pPr>
            <a:lvl8pPr>
              <a:spcBef>
                <a:spcPts val="0"/>
              </a:spcBef>
              <a:spcAft>
                <a:spcPts val="0"/>
              </a:spcAft>
              <a:buSzPts val="2400"/>
              <a:buNone/>
              <a:defRPr sz="2400"/>
            </a:lvl8pPr>
            <a:lvl9pPr>
              <a:spcBef>
                <a:spcPts val="0"/>
              </a:spcBef>
              <a:spcAft>
                <a:spcPts val="0"/>
              </a:spcAft>
              <a:buSzPts val="2400"/>
              <a:buNone/>
              <a:defRPr sz="2400"/>
            </a:lvl9pPr>
          </a:lstStyle>
          <a:p xmlns:a="http://schemas.openxmlformats.org/drawingml/2006/main"/>
        </p:txBody>
      </p:sp>
      <p:sp>
        <p:nvSpPr>
          <p:cNvPr id="30" name="Google Shape;30;p7">
            <a:extLst xmlns:a="http://schemas.openxmlformats.org/drawingml/2006/main">
              <a:ext uri="{FF2B5EF4-FFF2-40B4-BE49-F238E27FC236}">
                <a16:creationId xmlns:a16="http://schemas.microsoft.com/office/drawing/2014/main" id="{A6C772D8-01E9-4327-9C03-7A26C992D7EA}"/>
              </a:ext>
            </a:extLst>
          </p:cNvPr>
          <p:cNvSpPr>
            <a:spLocks xmlns:a="http://schemas.openxmlformats.org/drawingml/2006/main" noGrp="1"/>
          </p:cNvSpPr>
          <p:nvPr>
            <p:ph type="body" idx="1"/>
          </p:nvPr>
        </p:nvSpPr>
        <p:spPr>
          <a:xfrm xmlns:a="http://schemas.openxmlformats.org/drawingml/2006/main">
            <a:off x="311700" y="1389600"/>
            <a:ext cx="2808000" cy="3179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04800">
              <a:spcBef>
                <a:spcPts val="0"/>
              </a:spcBef>
              <a:spcAft>
                <a:spcPts val="0"/>
              </a:spcAft>
              <a:buSzPts val="1200"/>
              <a:buChar char="●"/>
              <a:defRPr sz="1200"/>
            </a:lvl1pPr>
            <a:lvl2pPr marL="914400" indent="-304800">
              <a:spcBef>
                <a:spcPts val="0"/>
              </a:spcBef>
              <a:spcAft>
                <a:spcPts val="0"/>
              </a:spcAft>
              <a:buSzPts val="1200"/>
              <a:buChar char="○"/>
              <a:defRPr sz="1200"/>
            </a:lvl2pPr>
            <a:lvl3pPr marL="1371600" indent="-304800">
              <a:spcBef>
                <a:spcPts val="0"/>
              </a:spcBef>
              <a:spcAft>
                <a:spcPts val="0"/>
              </a:spcAft>
              <a:buSzPts val="1200"/>
              <a:buChar char="■"/>
              <a:defRPr sz="1200"/>
            </a:lvl3pPr>
            <a:lvl4pPr marL="1828800" indent="-304800">
              <a:spcBef>
                <a:spcPts val="0"/>
              </a:spcBef>
              <a:spcAft>
                <a:spcPts val="0"/>
              </a:spcAft>
              <a:buSzPts val="1200"/>
              <a:buChar char="●"/>
              <a:defRPr sz="1200"/>
            </a:lvl4pPr>
            <a:lvl5pPr marL="2286000" indent="-304800">
              <a:spcBef>
                <a:spcPts val="0"/>
              </a:spcBef>
              <a:spcAft>
                <a:spcPts val="0"/>
              </a:spcAft>
              <a:buSzPts val="1200"/>
              <a:buChar char="○"/>
              <a:defRPr sz="1200"/>
            </a:lvl5pPr>
            <a:lvl6pPr marL="2743200" indent="-304800">
              <a:spcBef>
                <a:spcPts val="0"/>
              </a:spcBef>
              <a:spcAft>
                <a:spcPts val="0"/>
              </a:spcAft>
              <a:buSzPts val="1200"/>
              <a:buChar char="■"/>
              <a:defRPr sz="1200"/>
            </a:lvl6pPr>
            <a:lvl7pPr marL="3200400" indent="-304800">
              <a:spcBef>
                <a:spcPts val="0"/>
              </a:spcBef>
              <a:spcAft>
                <a:spcPts val="0"/>
              </a:spcAft>
              <a:buSzPts val="1200"/>
              <a:buChar char="●"/>
              <a:defRPr sz="1200"/>
            </a:lvl7pPr>
            <a:lvl8pPr marL="3657600" indent="-304800">
              <a:spcBef>
                <a:spcPts val="0"/>
              </a:spcBef>
              <a:spcAft>
                <a:spcPts val="0"/>
              </a:spcAft>
              <a:buSzPts val="1200"/>
              <a:buChar char="○"/>
              <a:defRPr sz="1200"/>
            </a:lvl8pPr>
            <a:lvl9pPr marL="4114800" indent="-304800">
              <a:spcBef>
                <a:spcPts val="0"/>
              </a:spcBef>
              <a:spcAft>
                <a:spcPts val="0"/>
              </a:spcAft>
              <a:buSzPts val="1200"/>
              <a:buChar char="■"/>
              <a:defRPr sz="1200"/>
            </a:lvl9pPr>
          </a:lstStyle>
          <a:p xmlns:a="http://schemas.openxmlformats.org/drawingml/2006/main"/>
        </p:txBody>
      </p:sp>
      <p:sp>
        <p:nvSpPr>
          <p:cNvPr id="31" name="Google Shape;31;p7">
            <a:extLst xmlns:a="http://schemas.openxmlformats.org/drawingml/2006/main">
              <a:ext uri="{FF2B5EF4-FFF2-40B4-BE49-F238E27FC236}">
                <a16:creationId xmlns:a16="http://schemas.microsoft.com/office/drawing/2014/main" id="{929D0ACB-6748-4C74-A363-D9CD1769135C}"/>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Main point">
  <p:cSld name="MAIN_POINT">
    <p:spTree>
      <p:nvGrpSpPr>
        <p:cNvPr id="1" name=""/>
        <p:cNvGrpSpPr/>
        <p:nvPr/>
      </p:nvGrpSpPr>
      <p:grpSpPr>
        <a:xfrm xmlns:a="http://schemas.openxmlformats.org/drawingml/2006/main"/>
      </p:grpSpPr>
      <p:sp>
        <p:nvSpPr>
          <p:cNvPr id="33" name="Google Shape;33;p8">
            <a:extLst xmlns:a="http://schemas.openxmlformats.org/drawingml/2006/main">
              <a:ext uri="{FF2B5EF4-FFF2-40B4-BE49-F238E27FC236}">
                <a16:creationId xmlns:a16="http://schemas.microsoft.com/office/drawing/2014/main" id="{EB4C4AB4-01B0-4B64-8073-04A7A1310B4C}"/>
              </a:ext>
            </a:extLst>
          </p:cNvPr>
          <p:cNvSpPr>
            <a:spLocks xmlns:a="http://schemas.openxmlformats.org/drawingml/2006/main" noGrp="1"/>
          </p:cNvSpPr>
          <p:nvPr>
            <p:ph type="title" idx="0"/>
          </p:nvPr>
        </p:nvSpPr>
        <p:spPr>
          <a:xfrm xmlns:a="http://schemas.openxmlformats.org/drawingml/2006/main">
            <a:off x="490250" y="450150"/>
            <a:ext cx="6367800" cy="40908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spcBef>
                <a:spcPts val="0"/>
              </a:spcBef>
              <a:spcAft>
                <a:spcPts val="0"/>
              </a:spcAft>
              <a:buSzPts val="4800"/>
              <a:buNone/>
              <a:defRPr sz="4800"/>
            </a:lvl1pPr>
            <a:lvl2pPr>
              <a:spcBef>
                <a:spcPts val="0"/>
              </a:spcBef>
              <a:spcAft>
                <a:spcPts val="0"/>
              </a:spcAft>
              <a:buSzPts val="4800"/>
              <a:buNone/>
              <a:defRPr sz="4800"/>
            </a:lvl2pPr>
            <a:lvl3pPr>
              <a:spcBef>
                <a:spcPts val="0"/>
              </a:spcBef>
              <a:spcAft>
                <a:spcPts val="0"/>
              </a:spcAft>
              <a:buSzPts val="4800"/>
              <a:buNone/>
              <a:defRPr sz="4800"/>
            </a:lvl3pPr>
            <a:lvl4pPr>
              <a:spcBef>
                <a:spcPts val="0"/>
              </a:spcBef>
              <a:spcAft>
                <a:spcPts val="0"/>
              </a:spcAft>
              <a:buSzPts val="4800"/>
              <a:buNone/>
              <a:defRPr sz="4800"/>
            </a:lvl4pPr>
            <a:lvl5pPr>
              <a:spcBef>
                <a:spcPts val="0"/>
              </a:spcBef>
              <a:spcAft>
                <a:spcPts val="0"/>
              </a:spcAft>
              <a:buSzPts val="4800"/>
              <a:buNone/>
              <a:defRPr sz="4800"/>
            </a:lvl5pPr>
            <a:lvl6pPr>
              <a:spcBef>
                <a:spcPts val="0"/>
              </a:spcBef>
              <a:spcAft>
                <a:spcPts val="0"/>
              </a:spcAft>
              <a:buSzPts val="4800"/>
              <a:buNone/>
              <a:defRPr sz="4800"/>
            </a:lvl6pPr>
            <a:lvl7pPr>
              <a:spcBef>
                <a:spcPts val="0"/>
              </a:spcBef>
              <a:spcAft>
                <a:spcPts val="0"/>
              </a:spcAft>
              <a:buSzPts val="4800"/>
              <a:buNone/>
              <a:defRPr sz="4800"/>
            </a:lvl7pPr>
            <a:lvl8pPr>
              <a:spcBef>
                <a:spcPts val="0"/>
              </a:spcBef>
              <a:spcAft>
                <a:spcPts val="0"/>
              </a:spcAft>
              <a:buSzPts val="4800"/>
              <a:buNone/>
              <a:defRPr sz="4800"/>
            </a:lvl8pPr>
            <a:lvl9pPr>
              <a:spcBef>
                <a:spcPts val="0"/>
              </a:spcBef>
              <a:spcAft>
                <a:spcPts val="0"/>
              </a:spcAft>
              <a:buSzPts val="4800"/>
              <a:buNone/>
              <a:defRPr sz="4800"/>
            </a:lvl9pPr>
          </a:lstStyle>
          <a:p xmlns:a="http://schemas.openxmlformats.org/drawingml/2006/main"/>
        </p:txBody>
      </p:sp>
      <p:sp>
        <p:nvSpPr>
          <p:cNvPr id="34" name="Google Shape;34;p8">
            <a:extLst xmlns:a="http://schemas.openxmlformats.org/drawingml/2006/main">
              <a:ext uri="{FF2B5EF4-FFF2-40B4-BE49-F238E27FC236}">
                <a16:creationId xmlns:a16="http://schemas.microsoft.com/office/drawing/2014/main" id="{F925D32E-2AA0-42B4-B90E-E867F36D20DA}"/>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Section title and description">
  <p:cSld name="SECTION_TITLE_AND_DESCRIPTION">
    <p:spTree>
      <p:nvGrpSpPr>
        <p:cNvPr id="1" name=""/>
        <p:cNvGrpSpPr/>
        <p:nvPr/>
      </p:nvGrpSpPr>
      <p:grpSpPr>
        <a:xfrm xmlns:a="http://schemas.openxmlformats.org/drawingml/2006/main"/>
      </p:grpSpPr>
      <p:sp>
        <p:nvSpPr>
          <p:cNvPr id="36" name="Google Shape;36;p9">
            <a:extLst xmlns:a="http://schemas.openxmlformats.org/drawingml/2006/main">
              <a:ext uri="{FF2B5EF4-FFF2-40B4-BE49-F238E27FC236}">
                <a16:creationId xmlns:a16="http://schemas.microsoft.com/office/drawing/2014/main" id="{73D0385D-11D1-44BD-9DCD-3C92F13D1130}"/>
              </a:ext>
            </a:extLst>
          </p:cNvPr>
          <p:cNvSpPr>
            <a:spLocks xmlns:a="http://schemas.openxmlformats.org/drawingml/2006/main" noGrp="1"/>
          </p:cNvSpPr>
          <p:nvPr/>
        </p:nvSpPr>
        <p:spPr>
          <a:xfrm xmlns:a="http://schemas.openxmlformats.org/drawingml/2006/main">
            <a:off x="4572000" y="-125"/>
            <a:ext cx="4572000" cy="5143500"/>
          </a:xfrm>
          <a:prstGeom xmlns:a="http://schemas.openxmlformats.org/drawingml/2006/main" prst="rect">
            <a:avLst/>
          </a:prstGeom>
          <a:solidFill xmlns:a="http://schemas.openxmlformats.org/drawingml/2006/main">
            <a:schemeClr val="lt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7" name="Google Shape;37;p9">
            <a:extLst xmlns:a="http://schemas.openxmlformats.org/drawingml/2006/main">
              <a:ext uri="{FF2B5EF4-FFF2-40B4-BE49-F238E27FC236}">
                <a16:creationId xmlns:a16="http://schemas.microsoft.com/office/drawing/2014/main" id="{A0351056-57DF-4898-A954-791E5DBBAAB6}"/>
              </a:ext>
            </a:extLst>
          </p:cNvPr>
          <p:cNvSpPr>
            <a:spLocks xmlns:a="http://schemas.openxmlformats.org/drawingml/2006/main" noGrp="1"/>
          </p:cNvSpPr>
          <p:nvPr>
            <p:ph type="title" idx="0"/>
          </p:nvPr>
        </p:nvSpPr>
        <p:spPr>
          <a:xfrm xmlns:a="http://schemas.openxmlformats.org/drawingml/2006/main">
            <a:off x="265500" y="1233175"/>
            <a:ext cx="4045200" cy="1482300"/>
          </a:xfrm>
          <a:prstGeom xmlns:a="http://schemas.openxmlformats.org/drawingml/2006/main" prst="rect">
            <a:avLst/>
          </a:prstGeom>
        </p:spPr>
        <p:txBody>
          <a:bodyPr xmlns:a="http://schemas.openxmlformats.org/drawingml/2006/main" spcFirstLastPara="1" wrap="square" lIns="91425" tIns="91425" rIns="91425" bIns="91425" anchor="b">
            <a:normAutofit/>
          </a:bodyPr>
          <a:lstStyle xmlns:a="http://schemas.openxmlformats.org/drawingml/2006/main">
            <a:lvl1pPr algn="ctr">
              <a:spcBef>
                <a:spcPts val="0"/>
              </a:spcBef>
              <a:spcAft>
                <a:spcPts val="0"/>
              </a:spcAft>
              <a:buSzPts val="4200"/>
              <a:buNone/>
              <a:defRPr sz="4200"/>
            </a:lvl1pPr>
            <a:lvl2pPr algn="ctr">
              <a:spcBef>
                <a:spcPts val="0"/>
              </a:spcBef>
              <a:spcAft>
                <a:spcPts val="0"/>
              </a:spcAft>
              <a:buSzPts val="4200"/>
              <a:buNone/>
              <a:defRPr sz="4200"/>
            </a:lvl2pPr>
            <a:lvl3pPr algn="ctr">
              <a:spcBef>
                <a:spcPts val="0"/>
              </a:spcBef>
              <a:spcAft>
                <a:spcPts val="0"/>
              </a:spcAft>
              <a:buSzPts val="4200"/>
              <a:buNone/>
              <a:defRPr sz="4200"/>
            </a:lvl3pPr>
            <a:lvl4pPr algn="ctr">
              <a:spcBef>
                <a:spcPts val="0"/>
              </a:spcBef>
              <a:spcAft>
                <a:spcPts val="0"/>
              </a:spcAft>
              <a:buSzPts val="4200"/>
              <a:buNone/>
              <a:defRPr sz="4200"/>
            </a:lvl4pPr>
            <a:lvl5pPr algn="ctr">
              <a:spcBef>
                <a:spcPts val="0"/>
              </a:spcBef>
              <a:spcAft>
                <a:spcPts val="0"/>
              </a:spcAft>
              <a:buSzPts val="4200"/>
              <a:buNone/>
              <a:defRPr sz="4200"/>
            </a:lvl5pPr>
            <a:lvl6pPr algn="ctr">
              <a:spcBef>
                <a:spcPts val="0"/>
              </a:spcBef>
              <a:spcAft>
                <a:spcPts val="0"/>
              </a:spcAft>
              <a:buSzPts val="4200"/>
              <a:buNone/>
              <a:defRPr sz="4200"/>
            </a:lvl6pPr>
            <a:lvl7pPr algn="ctr">
              <a:spcBef>
                <a:spcPts val="0"/>
              </a:spcBef>
              <a:spcAft>
                <a:spcPts val="0"/>
              </a:spcAft>
              <a:buSzPts val="4200"/>
              <a:buNone/>
              <a:defRPr sz="4200"/>
            </a:lvl7pPr>
            <a:lvl8pPr algn="ctr">
              <a:spcBef>
                <a:spcPts val="0"/>
              </a:spcBef>
              <a:spcAft>
                <a:spcPts val="0"/>
              </a:spcAft>
              <a:buSzPts val="4200"/>
              <a:buNone/>
              <a:defRPr sz="4200"/>
            </a:lvl8pPr>
            <a:lvl9pPr algn="ctr">
              <a:spcBef>
                <a:spcPts val="0"/>
              </a:spcBef>
              <a:spcAft>
                <a:spcPts val="0"/>
              </a:spcAft>
              <a:buSzPts val="4200"/>
              <a:buNone/>
              <a:defRPr sz="4200"/>
            </a:lvl9pPr>
          </a:lstStyle>
          <a:p xmlns:a="http://schemas.openxmlformats.org/drawingml/2006/main"/>
        </p:txBody>
      </p:sp>
      <p:sp>
        <p:nvSpPr>
          <p:cNvPr id="38" name="Google Shape;38;p9">
            <a:extLst xmlns:a="http://schemas.openxmlformats.org/drawingml/2006/main">
              <a:ext uri="{FF2B5EF4-FFF2-40B4-BE49-F238E27FC236}">
                <a16:creationId xmlns:a16="http://schemas.microsoft.com/office/drawing/2014/main" id="{5D8E1582-629C-417E-97AF-90F193595A5C}"/>
              </a:ext>
            </a:extLst>
          </p:cNvPr>
          <p:cNvSpPr>
            <a:spLocks xmlns:a="http://schemas.openxmlformats.org/drawingml/2006/main" noGrp="1"/>
          </p:cNvSpPr>
          <p:nvPr>
            <p:ph type="subTitle" idx="1"/>
          </p:nvPr>
        </p:nvSpPr>
        <p:spPr>
          <a:xfrm xmlns:a="http://schemas.openxmlformats.org/drawingml/2006/main">
            <a:off x="265500" y="2803075"/>
            <a:ext cx="4045200" cy="12351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lgn="ctr">
              <a:lnSpc>
                <a:spcPct val="100000"/>
              </a:lnSpc>
              <a:spcBef>
                <a:spcPts val="0"/>
              </a:spcBef>
              <a:spcAft>
                <a:spcPts val="0"/>
              </a:spcAft>
              <a:buSzPts val="2100"/>
              <a:buNone/>
              <a:defRPr sz="2100"/>
            </a:lvl1pPr>
            <a:lvl2pPr algn="ctr">
              <a:lnSpc>
                <a:spcPct val="100000"/>
              </a:lnSpc>
              <a:spcBef>
                <a:spcPts val="0"/>
              </a:spcBef>
              <a:spcAft>
                <a:spcPts val="0"/>
              </a:spcAft>
              <a:buSzPts val="2100"/>
              <a:buNone/>
              <a:defRPr sz="2100"/>
            </a:lvl2pPr>
            <a:lvl3pPr algn="ctr">
              <a:lnSpc>
                <a:spcPct val="100000"/>
              </a:lnSpc>
              <a:spcBef>
                <a:spcPts val="0"/>
              </a:spcBef>
              <a:spcAft>
                <a:spcPts val="0"/>
              </a:spcAft>
              <a:buSzPts val="2100"/>
              <a:buNone/>
              <a:defRPr sz="2100"/>
            </a:lvl3pPr>
            <a:lvl4pPr algn="ctr">
              <a:lnSpc>
                <a:spcPct val="100000"/>
              </a:lnSpc>
              <a:spcBef>
                <a:spcPts val="0"/>
              </a:spcBef>
              <a:spcAft>
                <a:spcPts val="0"/>
              </a:spcAft>
              <a:buSzPts val="2100"/>
              <a:buNone/>
              <a:defRPr sz="2100"/>
            </a:lvl4pPr>
            <a:lvl5pPr algn="ctr">
              <a:lnSpc>
                <a:spcPct val="100000"/>
              </a:lnSpc>
              <a:spcBef>
                <a:spcPts val="0"/>
              </a:spcBef>
              <a:spcAft>
                <a:spcPts val="0"/>
              </a:spcAft>
              <a:buSzPts val="2100"/>
              <a:buNone/>
              <a:defRPr sz="2100"/>
            </a:lvl5pPr>
            <a:lvl6pPr algn="ctr">
              <a:lnSpc>
                <a:spcPct val="100000"/>
              </a:lnSpc>
              <a:spcBef>
                <a:spcPts val="0"/>
              </a:spcBef>
              <a:spcAft>
                <a:spcPts val="0"/>
              </a:spcAft>
              <a:buSzPts val="2100"/>
              <a:buNone/>
              <a:defRPr sz="2100"/>
            </a:lvl6pPr>
            <a:lvl7pPr algn="ctr">
              <a:lnSpc>
                <a:spcPct val="100000"/>
              </a:lnSpc>
              <a:spcBef>
                <a:spcPts val="0"/>
              </a:spcBef>
              <a:spcAft>
                <a:spcPts val="0"/>
              </a:spcAft>
              <a:buSzPts val="2100"/>
              <a:buNone/>
              <a:defRPr sz="2100"/>
            </a:lvl7pPr>
            <a:lvl8pPr algn="ctr">
              <a:lnSpc>
                <a:spcPct val="100000"/>
              </a:lnSpc>
              <a:spcBef>
                <a:spcPts val="0"/>
              </a:spcBef>
              <a:spcAft>
                <a:spcPts val="0"/>
              </a:spcAft>
              <a:buSzPts val="2100"/>
              <a:buNone/>
              <a:defRPr sz="2100"/>
            </a:lvl8pPr>
            <a:lvl9pPr algn="ctr">
              <a:lnSpc>
                <a:spcPct val="100000"/>
              </a:lnSpc>
              <a:spcBef>
                <a:spcPts val="0"/>
              </a:spcBef>
              <a:spcAft>
                <a:spcPts val="0"/>
              </a:spcAft>
              <a:buSzPts val="2100"/>
              <a:buNone/>
              <a:defRPr sz="2100"/>
            </a:lvl9pPr>
          </a:lstStyle>
          <a:p xmlns:a="http://schemas.openxmlformats.org/drawingml/2006/main"/>
        </p:txBody>
      </p:sp>
      <p:sp>
        <p:nvSpPr>
          <p:cNvPr id="39" name="Google Shape;39;p9">
            <a:extLst xmlns:a="http://schemas.openxmlformats.org/drawingml/2006/main">
              <a:ext uri="{FF2B5EF4-FFF2-40B4-BE49-F238E27FC236}">
                <a16:creationId xmlns:a16="http://schemas.microsoft.com/office/drawing/2014/main" id="{9DF51F9B-459E-40E6-BF85-67159A6AAE8F}"/>
              </a:ext>
            </a:extLst>
          </p:cNvPr>
          <p:cNvSpPr>
            <a:spLocks xmlns:a="http://schemas.openxmlformats.org/drawingml/2006/main" noGrp="1"/>
          </p:cNvSpPr>
          <p:nvPr>
            <p:ph type="body" idx="2"/>
          </p:nvPr>
        </p:nvSpPr>
        <p:spPr>
          <a:xfrm xmlns:a="http://schemas.openxmlformats.org/drawingml/2006/main">
            <a:off x="4939500" y="724075"/>
            <a:ext cx="3837000" cy="36951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marL="457200" indent="-342900">
              <a:spcBef>
                <a:spcPts val="0"/>
              </a:spcBef>
              <a:spcAft>
                <a:spcPts val="0"/>
              </a:spcAft>
              <a:buSzPts val="1800"/>
              <a:buChar char="●"/>
              <a:defRPr/>
            </a:lvl1pPr>
            <a:lvl2pPr marL="914400" indent="-317500">
              <a:spcBef>
                <a:spcPts val="0"/>
              </a:spcBef>
              <a:spcAft>
                <a:spcPts val="0"/>
              </a:spcAft>
              <a:buSzPts val="1400"/>
              <a:buChar char="○"/>
              <a:defRPr/>
            </a:lvl2pPr>
            <a:lvl3pPr marL="1371600" indent="-317500">
              <a:spcBef>
                <a:spcPts val="0"/>
              </a:spcBef>
              <a:spcAft>
                <a:spcPts val="0"/>
              </a:spcAft>
              <a:buSzPts val="1400"/>
              <a:buChar char="■"/>
              <a:defRPr/>
            </a:lvl3pPr>
            <a:lvl4pPr marL="1828800" indent="-317500">
              <a:spcBef>
                <a:spcPts val="0"/>
              </a:spcBef>
              <a:spcAft>
                <a:spcPts val="0"/>
              </a:spcAft>
              <a:buSzPts val="1400"/>
              <a:buChar char="●"/>
              <a:defRPr/>
            </a:lvl4pPr>
            <a:lvl5pPr marL="2286000" indent="-317500">
              <a:spcBef>
                <a:spcPts val="0"/>
              </a:spcBef>
              <a:spcAft>
                <a:spcPts val="0"/>
              </a:spcAft>
              <a:buSzPts val="1400"/>
              <a:buChar char="○"/>
              <a:defRPr/>
            </a:lvl5pPr>
            <a:lvl6pPr marL="2743200" indent="-317500">
              <a:spcBef>
                <a:spcPts val="0"/>
              </a:spcBef>
              <a:spcAft>
                <a:spcPts val="0"/>
              </a:spcAft>
              <a:buSzPts val="1400"/>
              <a:buChar char="■"/>
              <a:defRPr/>
            </a:lvl6pPr>
            <a:lvl7pPr marL="3200400" indent="-317500">
              <a:spcBef>
                <a:spcPts val="0"/>
              </a:spcBef>
              <a:spcAft>
                <a:spcPts val="0"/>
              </a:spcAft>
              <a:buSzPts val="1400"/>
              <a:buChar char="●"/>
              <a:defRPr/>
            </a:lvl7pPr>
            <a:lvl8pPr marL="3657600" indent="-317500">
              <a:spcBef>
                <a:spcPts val="0"/>
              </a:spcBef>
              <a:spcAft>
                <a:spcPts val="0"/>
              </a:spcAft>
              <a:buSzPts val="1400"/>
              <a:buChar char="○"/>
              <a:defRPr/>
            </a:lvl8pPr>
            <a:lvl9pPr marL="4114800" indent="-317500">
              <a:spcBef>
                <a:spcPts val="0"/>
              </a:spcBef>
              <a:spcAft>
                <a:spcPts val="0"/>
              </a:spcAft>
              <a:buSzPts val="1400"/>
              <a:buChar char="■"/>
              <a:defRPr/>
            </a:lvl9pPr>
          </a:lstStyle>
          <a:p xmlns:a="http://schemas.openxmlformats.org/drawingml/2006/main"/>
        </p:txBody>
      </p:sp>
      <p:sp>
        <p:nvSpPr>
          <p:cNvPr id="40" name="Google Shape;40;p9">
            <a:extLst xmlns:a="http://schemas.openxmlformats.org/drawingml/2006/main">
              <a:ext uri="{FF2B5EF4-FFF2-40B4-BE49-F238E27FC236}">
                <a16:creationId xmlns:a16="http://schemas.microsoft.com/office/drawing/2014/main" id="{8784D298-F9D4-481C-A581-8DD66EEBFE0F}"/>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Caption">
  <p:cSld name="CAPTION_ONLY">
    <p:spTree>
      <p:nvGrpSpPr>
        <p:cNvPr id="1" name=""/>
        <p:cNvGrpSpPr/>
        <p:nvPr/>
      </p:nvGrpSpPr>
      <p:grpSpPr>
        <a:xfrm xmlns:a="http://schemas.openxmlformats.org/drawingml/2006/main"/>
      </p:grpSpPr>
      <p:sp>
        <p:nvSpPr>
          <p:cNvPr id="42" name="Google Shape;42;p10">
            <a:extLst xmlns:a="http://schemas.openxmlformats.org/drawingml/2006/main">
              <a:ext uri="{FF2B5EF4-FFF2-40B4-BE49-F238E27FC236}">
                <a16:creationId xmlns:a16="http://schemas.microsoft.com/office/drawing/2014/main" id="{90CDD5AF-DC6A-4D21-B2D6-412F53B788F0}"/>
              </a:ext>
            </a:extLst>
          </p:cNvPr>
          <p:cNvSpPr>
            <a:spLocks xmlns:a="http://schemas.openxmlformats.org/drawingml/2006/main" noGrp="1"/>
          </p:cNvSpPr>
          <p:nvPr>
            <p:ph type="body" idx="1"/>
          </p:nvPr>
        </p:nvSpPr>
        <p:spPr>
          <a:xfrm xmlns:a="http://schemas.openxmlformats.org/drawingml/2006/main">
            <a:off x="311700" y="4230575"/>
            <a:ext cx="5998800" cy="6051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marL="457200" indent="-228600">
              <a:lnSpc>
                <a:spcPct val="100000"/>
              </a:lnSpc>
              <a:spcBef>
                <a:spcPts val="0"/>
              </a:spcBef>
              <a:spcAft>
                <a:spcPts val="0"/>
              </a:spcAft>
              <a:buSzPts val="1800"/>
              <a:buNone/>
              <a:defRPr/>
            </a:lvl1pPr>
          </a:lstStyle>
          <a:p xmlns:a="http://schemas.openxmlformats.org/drawingml/2006/main"/>
        </p:txBody>
      </p:sp>
      <p:sp>
        <p:nvSpPr>
          <p:cNvPr id="43" name="Google Shape;43;p10">
            <a:extLst xmlns:a="http://schemas.openxmlformats.org/drawingml/2006/main">
              <a:ext uri="{FF2B5EF4-FFF2-40B4-BE49-F238E27FC236}">
                <a16:creationId xmlns:a16="http://schemas.microsoft.com/office/drawing/2014/main" id="{FBC7FC0E-748E-4525-B97C-CEA11BA1A0E7}"/>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Big number">
  <p:cSld name="BIG_NUMBER">
    <p:spTree>
      <p:nvGrpSpPr>
        <p:cNvPr id="1" name=""/>
        <p:cNvGrpSpPr/>
        <p:nvPr/>
      </p:nvGrpSpPr>
      <p:grpSpPr>
        <a:xfrm xmlns:a="http://schemas.openxmlformats.org/drawingml/2006/main"/>
      </p:grpSpPr>
      <p:sp>
        <p:nvSpPr>
          <p:cNvPr id="45" name="Google Shape;45;p11">
            <a:extLst xmlns:a="http://schemas.openxmlformats.org/drawingml/2006/main">
              <a:ext uri="{FF2B5EF4-FFF2-40B4-BE49-F238E27FC236}">
                <a16:creationId xmlns:a16="http://schemas.microsoft.com/office/drawing/2014/main" id="{DF82A840-592C-4A06-880C-CBB4FCCE248B}"/>
              </a:ext>
            </a:extLst>
          </p:cNvPr>
          <p:cNvSpPr>
            <a:spLocks xmlns:a="http://schemas.openxmlformats.org/drawingml/2006/main" noGrp="1"/>
          </p:cNvSpPr>
          <p:nvPr>
            <p:ph type="title" idx="0" hasCustomPrompt="1"/>
          </p:nvPr>
        </p:nvSpPr>
        <p:spPr>
          <a:xfrm xmlns:a="http://schemas.openxmlformats.org/drawingml/2006/main">
            <a:off x="311700" y="1106125"/>
            <a:ext cx="8520600" cy="1963500"/>
          </a:xfrm>
          <a:prstGeom xmlns:a="http://schemas.openxmlformats.org/drawingml/2006/main" prst="rect">
            <a:avLst/>
          </a:prstGeom>
        </p:spPr>
        <p:txBody>
          <a:bodyPr xmlns:a="http://schemas.openxmlformats.org/drawingml/2006/main" spcFirstLastPara="1" wrap="square" lIns="91425" tIns="91425" rIns="91425" bIns="91425" anchor="b">
            <a:normAutofit/>
          </a:bodyPr>
          <a:lstStyle xmlns:a="http://schemas.openxmlformats.org/drawingml/2006/main">
            <a:lvl1pPr algn="ctr">
              <a:spcBef>
                <a:spcPts val="0"/>
              </a:spcBef>
              <a:spcAft>
                <a:spcPts val="0"/>
              </a:spcAft>
              <a:buSzPts val="12000"/>
              <a:buNone/>
              <a:defRPr sz="12000"/>
            </a:lvl1pPr>
            <a:lvl2pPr algn="ctr">
              <a:spcBef>
                <a:spcPts val="0"/>
              </a:spcBef>
              <a:spcAft>
                <a:spcPts val="0"/>
              </a:spcAft>
              <a:buSzPts val="12000"/>
              <a:buNone/>
              <a:defRPr sz="12000"/>
            </a:lvl2pPr>
            <a:lvl3pPr algn="ctr">
              <a:spcBef>
                <a:spcPts val="0"/>
              </a:spcBef>
              <a:spcAft>
                <a:spcPts val="0"/>
              </a:spcAft>
              <a:buSzPts val="12000"/>
              <a:buNone/>
              <a:defRPr sz="12000"/>
            </a:lvl3pPr>
            <a:lvl4pPr algn="ctr">
              <a:spcBef>
                <a:spcPts val="0"/>
              </a:spcBef>
              <a:spcAft>
                <a:spcPts val="0"/>
              </a:spcAft>
              <a:buSzPts val="12000"/>
              <a:buNone/>
              <a:defRPr sz="12000"/>
            </a:lvl4pPr>
            <a:lvl5pPr algn="ctr">
              <a:spcBef>
                <a:spcPts val="0"/>
              </a:spcBef>
              <a:spcAft>
                <a:spcPts val="0"/>
              </a:spcAft>
              <a:buSzPts val="12000"/>
              <a:buNone/>
              <a:defRPr sz="12000"/>
            </a:lvl5pPr>
            <a:lvl6pPr algn="ctr">
              <a:spcBef>
                <a:spcPts val="0"/>
              </a:spcBef>
              <a:spcAft>
                <a:spcPts val="0"/>
              </a:spcAft>
              <a:buSzPts val="12000"/>
              <a:buNone/>
              <a:defRPr sz="12000"/>
            </a:lvl6pPr>
            <a:lvl7pPr algn="ctr">
              <a:spcBef>
                <a:spcPts val="0"/>
              </a:spcBef>
              <a:spcAft>
                <a:spcPts val="0"/>
              </a:spcAft>
              <a:buSzPts val="12000"/>
              <a:buNone/>
              <a:defRPr sz="12000"/>
            </a:lvl7pPr>
            <a:lvl8pPr algn="ctr">
              <a:spcBef>
                <a:spcPts val="0"/>
              </a:spcBef>
              <a:spcAft>
                <a:spcPts val="0"/>
              </a:spcAft>
              <a:buSzPts val="12000"/>
              <a:buNone/>
              <a:defRPr sz="12000"/>
            </a:lvl8pPr>
            <a:lvl9pPr algn="ctr">
              <a:spcBef>
                <a:spcPts val="0"/>
              </a:spcBef>
              <a:spcAft>
                <a:spcPts val="0"/>
              </a:spcAft>
              <a:buSzPts val="12000"/>
              <a:buNone/>
              <a:defRPr sz="12000"/>
            </a:lvl9pPr>
          </a:lstStyle>
          <a:p xmlns:a="http://schemas.openxmlformats.org/drawingml/2006/main">
            <a:r>
              <a:t>xx%</a:t>
            </a:r>
          </a:p>
        </p:txBody>
      </p:sp>
      <p:sp>
        <p:nvSpPr>
          <p:cNvPr id="46" name="Google Shape;46;p11">
            <a:extLst xmlns:a="http://schemas.openxmlformats.org/drawingml/2006/main">
              <a:ext uri="{FF2B5EF4-FFF2-40B4-BE49-F238E27FC236}">
                <a16:creationId xmlns:a16="http://schemas.microsoft.com/office/drawing/2014/main" id="{FA60046D-6491-4CEE-A2BA-C9D70926FC68}"/>
              </a:ext>
            </a:extLst>
          </p:cNvPr>
          <p:cNvSpPr>
            <a:spLocks xmlns:a="http://schemas.openxmlformats.org/drawingml/2006/main" noGrp="1"/>
          </p:cNvSpPr>
          <p:nvPr>
            <p:ph type="body" idx="1"/>
          </p:nvPr>
        </p:nvSpPr>
        <p:spPr>
          <a:xfrm xmlns:a="http://schemas.openxmlformats.org/drawingml/2006/main">
            <a:off x="311700" y="3152225"/>
            <a:ext cx="8520600" cy="13008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42900" algn="ctr">
              <a:spcBef>
                <a:spcPts val="0"/>
              </a:spcBef>
              <a:spcAft>
                <a:spcPts val="0"/>
              </a:spcAft>
              <a:buSzPts val="1800"/>
              <a:buChar char="●"/>
              <a:defRPr/>
            </a:lvl1pPr>
            <a:lvl2pPr marL="914400" indent="-317500" algn="ctr">
              <a:spcBef>
                <a:spcPts val="0"/>
              </a:spcBef>
              <a:spcAft>
                <a:spcPts val="0"/>
              </a:spcAft>
              <a:buSzPts val="1400"/>
              <a:buChar char="○"/>
              <a:defRPr/>
            </a:lvl2pPr>
            <a:lvl3pPr marL="1371600" indent="-317500" algn="ctr">
              <a:spcBef>
                <a:spcPts val="0"/>
              </a:spcBef>
              <a:spcAft>
                <a:spcPts val="0"/>
              </a:spcAft>
              <a:buSzPts val="1400"/>
              <a:buChar char="■"/>
              <a:defRPr/>
            </a:lvl3pPr>
            <a:lvl4pPr marL="1828800" indent="-317500" algn="ctr">
              <a:spcBef>
                <a:spcPts val="0"/>
              </a:spcBef>
              <a:spcAft>
                <a:spcPts val="0"/>
              </a:spcAft>
              <a:buSzPts val="1400"/>
              <a:buChar char="●"/>
              <a:defRPr/>
            </a:lvl4pPr>
            <a:lvl5pPr marL="2286000" indent="-317500" algn="ctr">
              <a:spcBef>
                <a:spcPts val="0"/>
              </a:spcBef>
              <a:spcAft>
                <a:spcPts val="0"/>
              </a:spcAft>
              <a:buSzPts val="1400"/>
              <a:buChar char="○"/>
              <a:defRPr/>
            </a:lvl5pPr>
            <a:lvl6pPr marL="2743200" indent="-317500" algn="ctr">
              <a:spcBef>
                <a:spcPts val="0"/>
              </a:spcBef>
              <a:spcAft>
                <a:spcPts val="0"/>
              </a:spcAft>
              <a:buSzPts val="1400"/>
              <a:buChar char="■"/>
              <a:defRPr/>
            </a:lvl6pPr>
            <a:lvl7pPr marL="3200400" indent="-317500" algn="ctr">
              <a:spcBef>
                <a:spcPts val="0"/>
              </a:spcBef>
              <a:spcAft>
                <a:spcPts val="0"/>
              </a:spcAft>
              <a:buSzPts val="1400"/>
              <a:buChar char="●"/>
              <a:defRPr/>
            </a:lvl7pPr>
            <a:lvl8pPr marL="3657600" indent="-317500" algn="ctr">
              <a:spcBef>
                <a:spcPts val="0"/>
              </a:spcBef>
              <a:spcAft>
                <a:spcPts val="0"/>
              </a:spcAft>
              <a:buSzPts val="1400"/>
              <a:buChar char="○"/>
              <a:defRPr/>
            </a:lvl8pPr>
            <a:lvl9pPr marL="4114800" indent="-317500" algn="ctr">
              <a:spcBef>
                <a:spcPts val="0"/>
              </a:spcBef>
              <a:spcAft>
                <a:spcPts val="0"/>
              </a:spcAft>
              <a:buSzPts val="1400"/>
              <a:buChar char="■"/>
              <a:defRPr/>
            </a:lvl9pPr>
          </a:lstStyle>
          <a:p xmlns:a="http://schemas.openxmlformats.org/drawingml/2006/main"/>
        </p:txBody>
      </p:sp>
      <p:sp>
        <p:nvSpPr>
          <p:cNvPr id="47" name="Google Shape;47;p11">
            <a:extLst xmlns:a="http://schemas.openxmlformats.org/drawingml/2006/main">
              <a:ext uri="{FF2B5EF4-FFF2-40B4-BE49-F238E27FC236}">
                <a16:creationId xmlns:a16="http://schemas.microsoft.com/office/drawing/2014/main" id="{009999C1-0D75-43B3-B331-E10DC6D3308A}"/>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49" name="Google Shape;49;p12">
            <a:extLst xmlns:a="http://schemas.openxmlformats.org/drawingml/2006/main">
              <a:ext uri="{FF2B5EF4-FFF2-40B4-BE49-F238E27FC236}">
                <a16:creationId xmlns:a16="http://schemas.microsoft.com/office/drawing/2014/main" id="{EA545E12-B334-450B-8E0B-4F79F102D5C9}"/>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ef16679272349d3" /><Relationship Type="http://schemas.openxmlformats.org/officeDocument/2006/relationships/slideLayout" Target="/ppt/slideLayouts/slideLayout1.xml" Id="R32b6dc29e1014305" /><Relationship Type="http://schemas.openxmlformats.org/officeDocument/2006/relationships/slideLayout" Target="/ppt/slideLayouts/slideLayout2.xml" Id="R8db0c9e0e7944ba1" /><Relationship Type="http://schemas.openxmlformats.org/officeDocument/2006/relationships/slideLayout" Target="/ppt/slideLayouts/slideLayout3.xml" Id="Re98fb3f764164153" /><Relationship Type="http://schemas.openxmlformats.org/officeDocument/2006/relationships/slideLayout" Target="/ppt/slideLayouts/slideLayout4.xml" Id="Rbd6f49b86cb440eb" /><Relationship Type="http://schemas.openxmlformats.org/officeDocument/2006/relationships/slideLayout" Target="/ppt/slideLayouts/slideLayout5.xml" Id="R1f50efff891b419b" /><Relationship Type="http://schemas.openxmlformats.org/officeDocument/2006/relationships/slideLayout" Target="/ppt/slideLayouts/slideLayout6.xml" Id="R6ff09abf6f99479e" /><Relationship Type="http://schemas.openxmlformats.org/officeDocument/2006/relationships/slideLayout" Target="/ppt/slideLayouts/slideLayout7.xml" Id="R7a66ca83ecf94549" /><Relationship Type="http://schemas.openxmlformats.org/officeDocument/2006/relationships/slideLayout" Target="/ppt/slideLayouts/slideLayout8.xml" Id="R0108414c829a41a2" /><Relationship Type="http://schemas.openxmlformats.org/officeDocument/2006/relationships/slideLayout" Target="/ppt/slideLayouts/slideLayout9.xml" Id="R71232f205b494d0d" /><Relationship Type="http://schemas.openxmlformats.org/officeDocument/2006/relationships/slideLayout" Target="/ppt/slideLayouts/slideLayout10.xml" Id="Re0258673fc4241ab" /><Relationship Type="http://schemas.openxmlformats.org/officeDocument/2006/relationships/slideLayout" Target="/ppt/slideLayouts/slideLayout11.xml" Id="R3e6a8149844c4eaf" /></Relationships>
</file>

<file path=ppt/slideMasters/slideMaster1.xml><?xml version="1.0" encoding="utf-8"?>
<p:sldMaster xmlns:p="http://schemas.openxmlformats.org/presentationml/2006/main">
  <p:cSld name="simple-light-2">
    <p:bg>
      <p:bgPr>
        <a:solidFill xmlns:a="http://schemas.openxmlformats.org/drawingml/2006/main">
          <a:schemeClr val="lt1"/>
        </a:solidFill>
      </p:bgPr>
    </p:bg>
    <p:spTree>
      <p:nvGrpSpPr>
        <p:cNvPr id="1" name=""/>
        <p:cNvGrpSpPr/>
        <p:nvPr/>
      </p:nvGrpSpPr>
      <p:grpSpPr>
        <a:xfrm xmlns:a="http://schemas.openxmlformats.org/drawingml/2006/main"/>
      </p:grpSpPr>
      <p:sp>
        <p:nvSpPr>
          <p:cNvPr id="6" name="Google Shape;6;p1">
            <a:extLst xmlns:a="http://schemas.openxmlformats.org/drawingml/2006/main">
              <a:ext uri="{FF2B5EF4-FFF2-40B4-BE49-F238E27FC236}">
                <a16:creationId xmlns:a16="http://schemas.microsoft.com/office/drawing/2014/main" id="{F74A3540-C64F-46E3-B616-206CF115CDB5}"/>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Clr>
                <a:schemeClr val="dk1"/>
              </a:buClr>
              <a:buSzPts val="2800"/>
              <a:buNone/>
              <a:defRPr sz="2800">
                <a:solidFill>
                  <a:schemeClr val="dk1"/>
                </a:solidFill>
              </a:defRPr>
            </a:lvl1pPr>
            <a:lvl2pPr>
              <a:spcBef>
                <a:spcPts val="0"/>
              </a:spcBef>
              <a:spcAft>
                <a:spcPts val="0"/>
              </a:spcAft>
              <a:buClr>
                <a:schemeClr val="dk1"/>
              </a:buClr>
              <a:buSzPts val="2800"/>
              <a:buNone/>
              <a:defRPr sz="2800">
                <a:solidFill>
                  <a:schemeClr val="dk1"/>
                </a:solidFill>
              </a:defRPr>
            </a:lvl2pPr>
            <a:lvl3pPr>
              <a:spcBef>
                <a:spcPts val="0"/>
              </a:spcBef>
              <a:spcAft>
                <a:spcPts val="0"/>
              </a:spcAft>
              <a:buClr>
                <a:schemeClr val="dk1"/>
              </a:buClr>
              <a:buSzPts val="2800"/>
              <a:buNone/>
              <a:defRPr sz="2800">
                <a:solidFill>
                  <a:schemeClr val="dk1"/>
                </a:solidFill>
              </a:defRPr>
            </a:lvl3pPr>
            <a:lvl4pPr>
              <a:spcBef>
                <a:spcPts val="0"/>
              </a:spcBef>
              <a:spcAft>
                <a:spcPts val="0"/>
              </a:spcAft>
              <a:buClr>
                <a:schemeClr val="dk1"/>
              </a:buClr>
              <a:buSzPts val="2800"/>
              <a:buNone/>
              <a:defRPr sz="2800">
                <a:solidFill>
                  <a:schemeClr val="dk1"/>
                </a:solidFill>
              </a:defRPr>
            </a:lvl4pPr>
            <a:lvl5pPr>
              <a:spcBef>
                <a:spcPts val="0"/>
              </a:spcBef>
              <a:spcAft>
                <a:spcPts val="0"/>
              </a:spcAft>
              <a:buClr>
                <a:schemeClr val="dk1"/>
              </a:buClr>
              <a:buSzPts val="2800"/>
              <a:buNone/>
              <a:defRPr sz="2800">
                <a:solidFill>
                  <a:schemeClr val="dk1"/>
                </a:solidFill>
              </a:defRPr>
            </a:lvl5pPr>
            <a:lvl6pPr>
              <a:spcBef>
                <a:spcPts val="0"/>
              </a:spcBef>
              <a:spcAft>
                <a:spcPts val="0"/>
              </a:spcAft>
              <a:buClr>
                <a:schemeClr val="dk1"/>
              </a:buClr>
              <a:buSzPts val="2800"/>
              <a:buNone/>
              <a:defRPr sz="2800">
                <a:solidFill>
                  <a:schemeClr val="dk1"/>
                </a:solidFill>
              </a:defRPr>
            </a:lvl6pPr>
            <a:lvl7pPr>
              <a:spcBef>
                <a:spcPts val="0"/>
              </a:spcBef>
              <a:spcAft>
                <a:spcPts val="0"/>
              </a:spcAft>
              <a:buClr>
                <a:schemeClr val="dk1"/>
              </a:buClr>
              <a:buSzPts val="2800"/>
              <a:buNone/>
              <a:defRPr sz="2800">
                <a:solidFill>
                  <a:schemeClr val="dk1"/>
                </a:solidFill>
              </a:defRPr>
            </a:lvl7pPr>
            <a:lvl8pPr>
              <a:spcBef>
                <a:spcPts val="0"/>
              </a:spcBef>
              <a:spcAft>
                <a:spcPts val="0"/>
              </a:spcAft>
              <a:buClr>
                <a:schemeClr val="dk1"/>
              </a:buClr>
              <a:buSzPts val="2800"/>
              <a:buNone/>
              <a:defRPr sz="2800">
                <a:solidFill>
                  <a:schemeClr val="dk1"/>
                </a:solidFill>
              </a:defRPr>
            </a:lvl8pPr>
            <a:lvl9pPr>
              <a:spcBef>
                <a:spcPts val="0"/>
              </a:spcBef>
              <a:spcAft>
                <a:spcPts val="0"/>
              </a:spcAft>
              <a:buClr>
                <a:schemeClr val="dk1"/>
              </a:buClr>
              <a:buSzPts val="2800"/>
              <a:buNone/>
              <a:defRPr sz="2800">
                <a:solidFill>
                  <a:schemeClr val="dk1"/>
                </a:solidFill>
              </a:defRPr>
            </a:lvl9pPr>
          </a:lstStyle>
          <a:p xmlns:a="http://schemas.openxmlformats.org/drawingml/2006/main"/>
        </p:txBody>
      </p:sp>
      <p:sp>
        <p:nvSpPr>
          <p:cNvPr id="7" name="Google Shape;7;p1">
            <a:extLst xmlns:a="http://schemas.openxmlformats.org/drawingml/2006/main">
              <a:ext uri="{FF2B5EF4-FFF2-40B4-BE49-F238E27FC236}">
                <a16:creationId xmlns:a16="http://schemas.microsoft.com/office/drawing/2014/main" id="{5E08F150-A23F-4348-8C7A-55D3B350A207}"/>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42900">
              <a:lnSpc>
                <a:spcPct val="115000"/>
              </a:lnSpc>
              <a:spcBef>
                <a:spcPts val="0"/>
              </a:spcBef>
              <a:spcAft>
                <a:spcPts val="0"/>
              </a:spcAft>
              <a:buClr>
                <a:schemeClr val="dk2"/>
              </a:buClr>
              <a:buSzPts val="1800"/>
              <a:buChar char="●"/>
              <a:defRPr sz="1800">
                <a:solidFill>
                  <a:schemeClr val="dk2"/>
                </a:solidFill>
              </a:defRPr>
            </a:lvl1pPr>
            <a:lvl2pPr marL="914400" indent="-317500">
              <a:lnSpc>
                <a:spcPct val="115000"/>
              </a:lnSpc>
              <a:spcBef>
                <a:spcPts val="0"/>
              </a:spcBef>
              <a:spcAft>
                <a:spcPts val="0"/>
              </a:spcAft>
              <a:buClr>
                <a:schemeClr val="dk2"/>
              </a:buClr>
              <a:buSzPts val="1400"/>
              <a:buChar char="○"/>
              <a:defRPr>
                <a:solidFill>
                  <a:schemeClr val="dk2"/>
                </a:solidFill>
              </a:defRPr>
            </a:lvl2pPr>
            <a:lvl3pPr marL="1371600" indent="-317500">
              <a:lnSpc>
                <a:spcPct val="115000"/>
              </a:lnSpc>
              <a:spcBef>
                <a:spcPts val="0"/>
              </a:spcBef>
              <a:spcAft>
                <a:spcPts val="0"/>
              </a:spcAft>
              <a:buClr>
                <a:schemeClr val="dk2"/>
              </a:buClr>
              <a:buSzPts val="1400"/>
              <a:buChar char="■"/>
              <a:defRPr>
                <a:solidFill>
                  <a:schemeClr val="dk2"/>
                </a:solidFill>
              </a:defRPr>
            </a:lvl3pPr>
            <a:lvl4pPr marL="1828800" indent="-317500">
              <a:lnSpc>
                <a:spcPct val="115000"/>
              </a:lnSpc>
              <a:spcBef>
                <a:spcPts val="0"/>
              </a:spcBef>
              <a:spcAft>
                <a:spcPts val="0"/>
              </a:spcAft>
              <a:buClr>
                <a:schemeClr val="dk2"/>
              </a:buClr>
              <a:buSzPts val="1400"/>
              <a:buChar char="●"/>
              <a:defRPr>
                <a:solidFill>
                  <a:schemeClr val="dk2"/>
                </a:solidFill>
              </a:defRPr>
            </a:lvl4pPr>
            <a:lvl5pPr marL="2286000" indent="-317500">
              <a:lnSpc>
                <a:spcPct val="115000"/>
              </a:lnSpc>
              <a:spcBef>
                <a:spcPts val="0"/>
              </a:spcBef>
              <a:spcAft>
                <a:spcPts val="0"/>
              </a:spcAft>
              <a:buClr>
                <a:schemeClr val="dk2"/>
              </a:buClr>
              <a:buSzPts val="1400"/>
              <a:buChar char="○"/>
              <a:defRPr>
                <a:solidFill>
                  <a:schemeClr val="dk2"/>
                </a:solidFill>
              </a:defRPr>
            </a:lvl5pPr>
            <a:lvl6pPr marL="2743200" indent="-317500">
              <a:lnSpc>
                <a:spcPct val="115000"/>
              </a:lnSpc>
              <a:spcBef>
                <a:spcPts val="0"/>
              </a:spcBef>
              <a:spcAft>
                <a:spcPts val="0"/>
              </a:spcAft>
              <a:buClr>
                <a:schemeClr val="dk2"/>
              </a:buClr>
              <a:buSzPts val="1400"/>
              <a:buChar char="■"/>
              <a:defRPr>
                <a:solidFill>
                  <a:schemeClr val="dk2"/>
                </a:solidFill>
              </a:defRPr>
            </a:lvl6pPr>
            <a:lvl7pPr marL="3200400" indent="-317500">
              <a:lnSpc>
                <a:spcPct val="115000"/>
              </a:lnSpc>
              <a:spcBef>
                <a:spcPts val="0"/>
              </a:spcBef>
              <a:spcAft>
                <a:spcPts val="0"/>
              </a:spcAft>
              <a:buClr>
                <a:schemeClr val="dk2"/>
              </a:buClr>
              <a:buSzPts val="1400"/>
              <a:buChar char="●"/>
              <a:defRPr>
                <a:solidFill>
                  <a:schemeClr val="dk2"/>
                </a:solidFill>
              </a:defRPr>
            </a:lvl7pPr>
            <a:lvl8pPr marL="3657600" indent="-317500">
              <a:lnSpc>
                <a:spcPct val="115000"/>
              </a:lnSpc>
              <a:spcBef>
                <a:spcPts val="0"/>
              </a:spcBef>
              <a:spcAft>
                <a:spcPts val="0"/>
              </a:spcAft>
              <a:buClr>
                <a:schemeClr val="dk2"/>
              </a:buClr>
              <a:buSzPts val="1400"/>
              <a:buChar char="○"/>
              <a:defRPr>
                <a:solidFill>
                  <a:schemeClr val="dk2"/>
                </a:solidFill>
              </a:defRPr>
            </a:lvl8pPr>
            <a:lvl9pPr marL="4114800" indent="-317500">
              <a:lnSpc>
                <a:spcPct val="115000"/>
              </a:lnSpc>
              <a:spcBef>
                <a:spcPts val="0"/>
              </a:spcBef>
              <a:spcAft>
                <a:spcPts val="0"/>
              </a:spcAft>
              <a:buClr>
                <a:schemeClr val="dk2"/>
              </a:buClr>
              <a:buSzPts val="1400"/>
              <a:buChar char="■"/>
              <a:defRPr>
                <a:solidFill>
                  <a:schemeClr val="dk2"/>
                </a:solidFill>
              </a:defRPr>
            </a:lvl9pPr>
          </a:lstStyle>
          <a:p xmlns:a="http://schemas.openxmlformats.org/drawingml/2006/main"/>
        </p:txBody>
      </p:sp>
      <p:sp>
        <p:nvSpPr>
          <p:cNvPr id="8" name="Google Shape;8;p1">
            <a:extLst xmlns:a="http://schemas.openxmlformats.org/drawingml/2006/main">
              <a:ext uri="{FF2B5EF4-FFF2-40B4-BE49-F238E27FC236}">
                <a16:creationId xmlns:a16="http://schemas.microsoft.com/office/drawing/2014/main" id="{4D6018B7-7DF8-468E-A6FA-83523D47D8FD}"/>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algn="r">
              <a:buNone/>
              <a:defRPr sz="1000">
                <a:solidFill>
                  <a:schemeClr val="dk2"/>
                </a:solidFill>
              </a:defRPr>
            </a:lvl1pPr>
            <a:lvl2pPr algn="r">
              <a:buNone/>
              <a:defRPr sz="1000">
                <a:solidFill>
                  <a:schemeClr val="dk2"/>
                </a:solidFill>
              </a:defRPr>
            </a:lvl2pPr>
            <a:lvl3pPr algn="r">
              <a:buNone/>
              <a:defRPr sz="1000">
                <a:solidFill>
                  <a:schemeClr val="dk2"/>
                </a:solidFill>
              </a:defRPr>
            </a:lvl3pPr>
            <a:lvl4pPr algn="r">
              <a:buNone/>
              <a:defRPr sz="1000">
                <a:solidFill>
                  <a:schemeClr val="dk2"/>
                </a:solidFill>
              </a:defRPr>
            </a:lvl4pPr>
            <a:lvl5pPr algn="r">
              <a:buNone/>
              <a:defRPr sz="1000">
                <a:solidFill>
                  <a:schemeClr val="dk2"/>
                </a:solidFill>
              </a:defRPr>
            </a:lvl5pPr>
            <a:lvl6pPr algn="r">
              <a:buNone/>
              <a:defRPr sz="1000">
                <a:solidFill>
                  <a:schemeClr val="dk2"/>
                </a:solidFill>
              </a:defRPr>
            </a:lvl6pPr>
            <a:lvl7pPr algn="r">
              <a:buNone/>
              <a:defRPr sz="1000">
                <a:solidFill>
                  <a:schemeClr val="dk2"/>
                </a:solidFill>
              </a:defRPr>
            </a:lvl7pPr>
            <a:lvl8pPr algn="r">
              <a:buNone/>
              <a:defRPr sz="1000">
                <a:solidFill>
                  <a:schemeClr val="dk2"/>
                </a:solidFill>
              </a:defRPr>
            </a:lvl8pPr>
            <a:lvl9pPr algn="r">
              <a:buNone/>
              <a:defRPr sz="1000">
                <a:solidFill>
                  <a:schemeClr val="dk2"/>
                </a:solidFil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32b6dc29e1014305"/>
    <p:sldLayoutId xmlns:r="http://schemas.openxmlformats.org/officeDocument/2006/relationships" id="2147483650" r:id="R8db0c9e0e7944ba1"/>
    <p:sldLayoutId xmlns:r="http://schemas.openxmlformats.org/officeDocument/2006/relationships" id="2147483651" r:id="Re98fb3f764164153"/>
    <p:sldLayoutId xmlns:r="http://schemas.openxmlformats.org/officeDocument/2006/relationships" id="2147483652" r:id="Rbd6f49b86cb440eb"/>
    <p:sldLayoutId xmlns:r="http://schemas.openxmlformats.org/officeDocument/2006/relationships" id="2147483653" r:id="R1f50efff891b419b"/>
    <p:sldLayoutId xmlns:r="http://schemas.openxmlformats.org/officeDocument/2006/relationships" id="2147483654" r:id="R6ff09abf6f99479e"/>
    <p:sldLayoutId xmlns:r="http://schemas.openxmlformats.org/officeDocument/2006/relationships" id="2147483655" r:id="R7a66ca83ecf94549"/>
    <p:sldLayoutId xmlns:r="http://schemas.openxmlformats.org/officeDocument/2006/relationships" id="2147483656" r:id="R0108414c829a41a2"/>
    <p:sldLayoutId xmlns:r="http://schemas.openxmlformats.org/officeDocument/2006/relationships" id="2147483657" r:id="R71232f205b494d0d"/>
    <p:sldLayoutId xmlns:r="http://schemas.openxmlformats.org/officeDocument/2006/relationships" id="2147483658" r:id="Re0258673fc4241ab"/>
    <p:sldLayoutId xmlns:r="http://schemas.openxmlformats.org/officeDocument/2006/relationships" id="2147483659" r:id="R3e6a8149844c4eaf"/>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1.xml" Id="Rd1c966845db84a03" /><Relationship Type="http://schemas.openxmlformats.org/officeDocument/2006/relationships/notesSlide" Target="/ppt/notesSlides/notesSlide1.xml" Id="Rf1602c8fbcf944f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1.xml" Id="Rc2ec2c28deb443fa" /><Relationship Type="http://schemas.openxmlformats.org/officeDocument/2006/relationships/notesSlide" Target="/ppt/notesSlides/notesSlide2.xml" Id="Rddeb8f619c3540e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1.xml" Id="Ra656170ed6934061" /><Relationship Type="http://schemas.openxmlformats.org/officeDocument/2006/relationships/notesSlide" Target="/ppt/notesSlides/notesSlide3.xml" Id="R59979978cc7d421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1.xml" Id="R615d3be1c93f41da" /><Relationship Type="http://schemas.openxmlformats.org/officeDocument/2006/relationships/notesSlide" Target="/ppt/notesSlides/notesSlide4.xml" Id="R95981888d95f497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1.xml" Id="R763c7185972c47a7" /><Relationship Type="http://schemas.openxmlformats.org/officeDocument/2006/relationships/notesSlide" Target="/ppt/notesSlides/notesSlide5.xml" Id="Rdd86a51355664ac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1.xml" Id="Re6b71a25a97545c3" /><Relationship Type="http://schemas.openxmlformats.org/officeDocument/2006/relationships/chart" Target="/ppt/slides/charts/chart1.xml" Id="R45ac852968ad4b43" /><Relationship Type="http://schemas.openxmlformats.org/officeDocument/2006/relationships/notesSlide" Target="/ppt/notesSlides/notesSlide6.xml" Id="R599d91ebd62b40e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1.xml" Id="Rbb77ec32ed4440fc" /><Relationship Type="http://schemas.openxmlformats.org/officeDocument/2006/relationships/notesSlide" Target="/ppt/notesSlides/notesSlide7.xml" Id="R18eea257303a49d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1.xml" Id="Rb4e7b233edac4cb0" /><Relationship Type="http://schemas.openxmlformats.org/officeDocument/2006/relationships/notesSlide" Target="/ppt/notesSlides/notesSlide8.xml" Id="R15dba473b4cf43e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1.xml" Id="R4d120ece12734c4b" /><Relationship Type="http://schemas.openxmlformats.org/officeDocument/2006/relationships/notesSlide" Target="/ppt/notesSlides/notesSlide9.xml" Id="R3b7bc8760e2d48c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1.xml" Id="R592a09b9ec1748fe" /><Relationship Type="http://schemas.openxmlformats.org/officeDocument/2006/relationships/chart" Target="/ppt/slides/charts/chart2.xml" Id="R3809e7328c2648de" /><Relationship Type="http://schemas.openxmlformats.org/officeDocument/2006/relationships/notesSlide" Target="/ppt/notesSlides/notesSlide10.xml" Id="Rb25324c04e104f4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1.xml" Id="Rb0138996f9134f54" /><Relationship Type="http://schemas.openxmlformats.org/officeDocument/2006/relationships/notesSlide" Target="/ppt/notesSlides/notesSlide11.xml" Id="R5ce25568525f48c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1.xml" Id="R64daba43b9344bb4" /><Relationship Type="http://schemas.openxmlformats.org/officeDocument/2006/relationships/notesSlide" Target="/ppt/notesSlides/notesSlide12.xml" Id="Rf2b811f37e214b0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1.xml" Id="R34f856b909ba42d7" /><Relationship Type="http://schemas.openxmlformats.org/officeDocument/2006/relationships/notesSlide" Target="/ppt/notesSlides/notesSlide13.xml" Id="R9ce1028644784b1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1.xml" Id="Rc0ec29d521cf44e8" /><Relationship Type="http://schemas.openxmlformats.org/officeDocument/2006/relationships/notesSlide" Target="/ppt/notesSlides/notesSlide14.xml" Id="Ra703eaa0437546b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1.xml" Id="R579233f240ff4c4f" /><Relationship Type="http://schemas.openxmlformats.org/officeDocument/2006/relationships/notesSlide" Target="/ppt/notesSlides/notesSlide15.xml" Id="Rf870c1163a8c4dc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1.xml" Id="R0f39789cf2a34233" /><Relationship Type="http://schemas.openxmlformats.org/officeDocument/2006/relationships/notesSlide" Target="/ppt/notesSlides/notesSlide16.xml" Id="Rf7adc8aa35ab40e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1.xml" Id="R02b33e37bf89486c" /><Relationship Type="http://schemas.openxmlformats.org/officeDocument/2006/relationships/notesSlide" Target="/ppt/notesSlides/notesSlide17.xml" Id="R2a65028f4f19407b"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1.xml" Id="R5fc5d74fbcff4e18" /><Relationship Type="http://schemas.openxmlformats.org/officeDocument/2006/relationships/notesSlide" Target="/ppt/notesSlides/notesSlide18.xml" Id="R0c03b8e15bee4ff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1.xml" Id="Ra86071dcc7024198" /><Relationship Type="http://schemas.openxmlformats.org/officeDocument/2006/relationships/notesSlide" Target="/ppt/notesSlides/notesSlide19.xml" Id="R0cf43d0a0da64e58"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1.xml" Id="R02a86633948c488e" /><Relationship Type="http://schemas.openxmlformats.org/officeDocument/2006/relationships/notesSlide" Target="/ppt/notesSlides/notesSlide20.xml" Id="Rc0bcb435b0f64ac9"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1.xml" Id="R5adb32ff199449a7" /><Relationship Type="http://schemas.openxmlformats.org/officeDocument/2006/relationships/notesSlide" Target="/ppt/notesSlides/notesSlide21.xml" Id="R4bab26f5fd414986"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1.xml" Id="Rccf195cec1d3428a" /><Relationship Type="http://schemas.openxmlformats.org/officeDocument/2006/relationships/notesSlide" Target="/ppt/notesSlides/notesSlide22.xml" Id="R3b72db6f6bbe4fd4"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1.xml" Id="Rb5a687080b6e4618" /><Relationship Type="http://schemas.openxmlformats.org/officeDocument/2006/relationships/notesSlide" Target="/ppt/notesSlides/notesSlide23.xml" Id="Rcbdc525975ac4027"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1.xml" Id="R78a7b99d3ac04db0" /><Relationship Type="http://schemas.openxmlformats.org/officeDocument/2006/relationships/hyperlink" Target="https://developers.google.com/machine-learning/crash-course/linear-regression/hyperparameters" TargetMode="External" Id="R20e77996c4104994" /><Relationship Type="http://schemas.openxmlformats.org/officeDocument/2006/relationships/hyperlink" Target="https://www.tensorflow.org/tutorials/keras/overfit_and_underfit" TargetMode="External" Id="Ra05d552c246c48e1" /><Relationship Type="http://schemas.openxmlformats.org/officeDocument/2006/relationships/hyperlink" Target="https://developers.google.com/machine-learning/crash-course/neural-networks/backpropagation" TargetMode="External" Id="Re3a923cb53b44e4c" /><Relationship Type="http://schemas.openxmlformats.org/officeDocument/2006/relationships/hyperlink" Target="https://docs.pytorch.org/docs/stable/generated/torch.nn.BatchNorm1d.html" TargetMode="External" Id="Rddfea04ad3cf4638" /><Relationship Type="http://schemas.openxmlformats.org/officeDocument/2006/relationships/notesSlide" Target="/ppt/notesSlides/notesSlide24.xml" Id="R0f2152b3f9c04d05"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1.xml" Id="R575da49f248b43e5" /><Relationship Type="http://schemas.openxmlformats.org/officeDocument/2006/relationships/hyperlink" Target="https://www.tensorflow.org/guide/keras/transfer_learning" TargetMode="External" Id="R22cab17bb6744de3" /><Relationship Type="http://schemas.openxmlformats.org/officeDocument/2006/relationships/hyperlink" Target="https://www.tensorflow.org/tutorials/images/data_augmentation" TargetMode="External" Id="R3acb72092bb34a68" /><Relationship Type="http://schemas.openxmlformats.org/officeDocument/2006/relationships/hyperlink" Target="https://docs.nvidia.com/cuda/cuda-programming-guide/" TargetMode="External" Id="R93280731143c4a8d" /><Relationship Type="http://schemas.openxmlformats.org/officeDocument/2006/relationships/notesSlide" Target="/ppt/notesSlides/notesSlide25.xml" Id="R1238f370700f47c3"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lineChart>
        <c:grouping val="standard"/>
        <c:varyColors val="0"/>
        <c:ser>
          <c:idx val="0"/>
          <c:order val="0"/>
          <c:tx>
            <c:v>設定A</c:v>
          </c:tx>
          <c:spPr>
            <a:solidFill xmlns:a="http://schemas.openxmlformats.org/drawingml/2006/main">
              <a:srgbClr val="FF0000"/>
            </a:solidFill>
            <a:ln xmlns:a="http://schemas.openxmlformats.org/drawingml/2006/main" w="19050">
              <a:solidFill>
                <a:srgbClr val="FF0000"/>
              </a:solidFill>
            </a:ln>
          </c:spPr>
          <c:marker>
            <c:symbol val="circle"/>
            <c:size val="4"/>
            <c:spPr>
              <a:solidFill xmlns:a="http://schemas.openxmlformats.org/drawingml/2006/main">
                <a:srgbClr val="FF0000"/>
              </a:solidFill>
            </c:spPr>
          </c:marker>
          <c:cat>
            <c:numRef>
              <c:f>'Chart Data'!$A$2:$A$7</c:f>
              <c:numCache>
                <c:formatCode>General</c:formatCode>
                <c:ptCount val="6"/>
                <c:pt idx="0">
                  <c:v>1</c:v>
                </c:pt>
                <c:pt idx="1">
                  <c:v>2</c:v>
                </c:pt>
                <c:pt idx="2">
                  <c:v>3</c:v>
                </c:pt>
                <c:pt idx="3">
                  <c:v>4</c:v>
                </c:pt>
                <c:pt idx="4">
                  <c:v>5</c:v>
                </c:pt>
                <c:pt idx="5">
                  <c:v>6</c:v>
                </c:pt>
              </c:numCache>
            </c:numRef>
          </c:cat>
          <c:val>
            <c:numRef>
              <c:f>'Chart Data'!$B$2:$B$7</c:f>
              <c:numCache>
                <c:formatCode>General</c:formatCode>
                <c:ptCount val="6"/>
                <c:pt idx="0">
                  <c:v>1</c:v>
                </c:pt>
                <c:pt idx="1">
                  <c:v>0.7</c:v>
                </c:pt>
                <c:pt idx="2">
                  <c:v>0.48</c:v>
                </c:pt>
                <c:pt idx="3">
                  <c:v>0.36</c:v>
                </c:pt>
                <c:pt idx="4">
                  <c:v>0.3</c:v>
                </c:pt>
                <c:pt idx="5">
                  <c:v>0.27</c:v>
                </c:pt>
              </c:numCache>
            </c:numRef>
          </c:val>
          <c:smooth val="0"/>
        </c:ser>
        <c:ser>
          <c:idx val="1"/>
          <c:order val="1"/>
          <c:tx>
            <c:v>設定B</c:v>
          </c:tx>
          <c:spPr>
            <a:solidFill xmlns:a="http://schemas.openxmlformats.org/drawingml/2006/main">
              <a:srgbClr val="404040"/>
            </a:solidFill>
            <a:ln xmlns:a="http://schemas.openxmlformats.org/drawingml/2006/main" w="19050">
              <a:solidFill>
                <a:srgbClr val="404040"/>
              </a:solidFill>
            </a:ln>
          </c:spPr>
          <c:marker>
            <c:symbol val="circle"/>
            <c:size val="4"/>
            <c:spPr>
              <a:solidFill xmlns:a="http://schemas.openxmlformats.org/drawingml/2006/main">
                <a:srgbClr val="404040"/>
              </a:solidFill>
            </c:spPr>
          </c:marker>
          <c:cat>
            <c:numRef>
              <c:f>'Chart Data'!$C$2:$C$7</c:f>
              <c:numCache>
                <c:formatCode>General</c:formatCode>
                <c:ptCount val="6"/>
                <c:pt idx="0">
                  <c:v>1</c:v>
                </c:pt>
                <c:pt idx="1">
                  <c:v>2</c:v>
                </c:pt>
                <c:pt idx="2">
                  <c:v>3</c:v>
                </c:pt>
                <c:pt idx="3">
                  <c:v>4</c:v>
                </c:pt>
                <c:pt idx="4">
                  <c:v>5</c:v>
                </c:pt>
                <c:pt idx="5">
                  <c:v>6</c:v>
                </c:pt>
              </c:numCache>
            </c:numRef>
          </c:cat>
          <c:val>
            <c:numRef>
              <c:f>'Chart Data'!$D$2:$D$7</c:f>
              <c:numCache>
                <c:formatCode>General</c:formatCode>
                <c:ptCount val="6"/>
                <c:pt idx="0">
                  <c:v>1</c:v>
                </c:pt>
                <c:pt idx="1">
                  <c:v>0.25</c:v>
                </c:pt>
                <c:pt idx="2">
                  <c:v>0.9</c:v>
                </c:pt>
                <c:pt idx="3">
                  <c:v>0.2</c:v>
                </c:pt>
                <c:pt idx="4">
                  <c:v>0.85</c:v>
                </c:pt>
                <c:pt idx="5">
                  <c:v>0.35</c:v>
                </c:pt>
              </c:numCache>
            </c:numRef>
          </c:val>
          <c:smooth val="0"/>
        </c:ser>
        <c:dLbls>
          <c:txPr>
            <a:bodyPr xmlns:a="http://schemas.openxmlformats.org/drawingml/2006/main" anchorCtr="1"/>
            <a:lstStyle xmlns:a="http://schemas.openxmlformats.org/drawingml/2006/main"/>
            <a:p xmlns:a="http://schemas.openxmlformats.org/drawingml/2006/main">
              <a:pPr>
                <a:defRPr lang="ja-JP">
                  <a:latin typeface="Arial"/>
                  <a:ea typeface="ＭＳ Ｐゴシック"/>
                  <a:cs typeface="ＭＳ Ｐゴシック"/>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lang="ja-JP">
                    <a:latin typeface="Arial"/>
                    <a:ea typeface="ＭＳ Ｐゴシック"/>
                    <a:cs typeface="ＭＳ Ｐゴシック"/>
                  </a:rPr>
                  <a:t>更新回数</a:t>
                </a:r>
              </a:p>
            </c:rich>
          </c:tx>
          <c:overlay val="0"/>
          <c:txPr>
            <a:bodyPr xmlns:a="http://schemas.openxmlformats.org/drawingml/2006/main" anchorCtr="1"/>
            <a:lstStyle xmlns:a="http://schemas.openxmlformats.org/drawingml/2006/main"/>
            <a:p xmlns:a="http://schemas.openxmlformats.org/drawingml/2006/main">
              <a:pPr>
                <a:defRPr lang="ja-JP">
                  <a:latin typeface="Arial"/>
                  <a:ea typeface="ＭＳ Ｐゴシック"/>
                  <a:cs typeface="ＭＳ Ｐゴシック"/>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lang="ja-JP">
                <a:solidFill>
                  <a:srgbClr val="666666"/>
                </a:solidFill>
                <a:latin typeface="Arial"/>
                <a:ea typeface="ＭＳ Ｐゴシック"/>
                <a:cs typeface="ＭＳ Ｐゴシック"/>
              </a:defRPr>
            </a:pPr>
          </a:p>
        </c:txPr>
        <c:crossAx val="48672768"/>
      </c:catAx>
      <c:valAx>
        <c:axId val="48672768"/>
        <c:scaling>
          <c:orientation val="minMax"/>
          <c:max val="1"/>
          <c:min val="0"/>
        </c:scaling>
        <c:delete val="0"/>
        <c:axPos val="l"/>
        <c:majorGridlines>
          <c:spPr>
            <a:ln xmlns:a="http://schemas.openxmlformats.org/drawingml/2006/main" w="4763">
              <a:solidFill>
                <a:srgbClr val="DDDDDD"/>
              </a:solidFill>
            </a:ln>
          </c:spPr>
        </c:majorGridlines>
        <c:title>
          <c:tx>
            <c:rich>
              <a:bodyPr xmlns:a="http://schemas.openxmlformats.org/drawingml/2006/main"/>
              <a:lstStyle xmlns:a="http://schemas.openxmlformats.org/drawingml/2006/main"/>
              <a:p xmlns:a="http://schemas.openxmlformats.org/drawingml/2006/main">
                <a:r>
                  <a:rPr lang="ja-JP">
                    <a:latin typeface="Arial"/>
                    <a:ea typeface="ＭＳ Ｐゴシック"/>
                    <a:cs typeface="ＭＳ Ｐゴシック"/>
                  </a:rPr>
                  <a:t>損失</a:t>
                </a:r>
              </a:p>
            </c:rich>
          </c:tx>
          <c:overlay val="0"/>
          <c:txPr>
            <a:bodyPr xmlns:a="http://schemas.openxmlformats.org/drawingml/2006/main" anchorCtr="1"/>
            <a:lstStyle xmlns:a="http://schemas.openxmlformats.org/drawingml/2006/main"/>
            <a:p xmlns:a="http://schemas.openxmlformats.org/drawingml/2006/main">
              <a:pPr>
                <a:defRPr lang="ja-JP">
                  <a:latin typeface="Arial"/>
                  <a:ea typeface="ＭＳ Ｐゴシック"/>
                  <a:cs typeface="ＭＳ Ｐゴシック"/>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lang="ja-JP">
                <a:solidFill>
                  <a:srgbClr val="666666"/>
                </a:solidFill>
                <a:latin typeface="Arial"/>
                <a:ea typeface="ＭＳ Ｐゴシック"/>
                <a:cs typeface="ＭＳ Ｐゴシック"/>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lang="ja-JP">
              <a:latin typeface="Arial"/>
              <a:ea typeface="ＭＳ Ｐゴシック"/>
              <a:cs typeface="ＭＳ Ｐゴシック"/>
            </a:defRPr>
          </a:pPr>
        </a:p>
      </c:txPr>
    </c:legend>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lineChart>
        <c:grouping val="standard"/>
        <c:varyColors val="0"/>
        <c:ser>
          <c:idx val="0"/>
          <c:order val="0"/>
          <c:tx>
            <c:v>訓練</c:v>
          </c:tx>
          <c:spPr>
            <a:solidFill xmlns:a="http://schemas.openxmlformats.org/drawingml/2006/main">
              <a:srgbClr val="FF0000"/>
            </a:solidFill>
            <a:ln xmlns:a="http://schemas.openxmlformats.org/drawingml/2006/main" w="19050">
              <a:solidFill>
                <a:srgbClr val="FF0000"/>
              </a:solidFill>
            </a:ln>
          </c:spPr>
          <c:marker>
            <c:symbol val="circle"/>
            <c:size val="4"/>
            <c:spPr>
              <a:solidFill xmlns:a="http://schemas.openxmlformats.org/drawingml/2006/main">
                <a:srgbClr val="FF0000"/>
              </a:solidFill>
            </c:spPr>
          </c:marker>
          <c:cat>
            <c:numRef>
              <c:f>'Chart Data'!$A$2:$A$7</c:f>
              <c:numCache>
                <c:formatCode>General</c:formatCode>
                <c:ptCount val="6"/>
                <c:pt idx="0">
                  <c:v>1</c:v>
                </c:pt>
                <c:pt idx="1">
                  <c:v>2</c:v>
                </c:pt>
                <c:pt idx="2">
                  <c:v>3</c:v>
                </c:pt>
                <c:pt idx="3">
                  <c:v>4</c:v>
                </c:pt>
                <c:pt idx="4">
                  <c:v>5</c:v>
                </c:pt>
                <c:pt idx="5">
                  <c:v>6</c:v>
                </c:pt>
              </c:numCache>
            </c:numRef>
          </c:cat>
          <c:val>
            <c:numRef>
              <c:f>'Chart Data'!$B$2:$B$7</c:f>
              <c:numCache>
                <c:formatCode>General</c:formatCode>
                <c:ptCount val="6"/>
                <c:pt idx="0">
                  <c:v>0.95</c:v>
                </c:pt>
                <c:pt idx="1">
                  <c:v>0.65</c:v>
                </c:pt>
                <c:pt idx="2">
                  <c:v>0.43</c:v>
                </c:pt>
                <c:pt idx="3">
                  <c:v>0.29</c:v>
                </c:pt>
                <c:pt idx="4">
                  <c:v>0.18</c:v>
                </c:pt>
                <c:pt idx="5">
                  <c:v>0.12</c:v>
                </c:pt>
              </c:numCache>
            </c:numRef>
          </c:val>
          <c:smooth val="0"/>
        </c:ser>
        <c:ser>
          <c:idx val="1"/>
          <c:order val="1"/>
          <c:tx>
            <c:v>検証</c:v>
          </c:tx>
          <c:spPr>
            <a:solidFill xmlns:a="http://schemas.openxmlformats.org/drawingml/2006/main">
              <a:srgbClr val="404040"/>
            </a:solidFill>
            <a:ln xmlns:a="http://schemas.openxmlformats.org/drawingml/2006/main" w="19050">
              <a:solidFill>
                <a:srgbClr val="404040"/>
              </a:solidFill>
            </a:ln>
          </c:spPr>
          <c:marker>
            <c:symbol val="circle"/>
            <c:size val="4"/>
            <c:spPr>
              <a:solidFill xmlns:a="http://schemas.openxmlformats.org/drawingml/2006/main">
                <a:srgbClr val="404040"/>
              </a:solidFill>
            </c:spPr>
          </c:marker>
          <c:cat>
            <c:numRef>
              <c:f>'Chart Data'!$C$2:$C$7</c:f>
              <c:numCache>
                <c:formatCode>General</c:formatCode>
                <c:ptCount val="6"/>
                <c:pt idx="0">
                  <c:v>1</c:v>
                </c:pt>
                <c:pt idx="1">
                  <c:v>2</c:v>
                </c:pt>
                <c:pt idx="2">
                  <c:v>3</c:v>
                </c:pt>
                <c:pt idx="3">
                  <c:v>4</c:v>
                </c:pt>
                <c:pt idx="4">
                  <c:v>5</c:v>
                </c:pt>
                <c:pt idx="5">
                  <c:v>6</c:v>
                </c:pt>
              </c:numCache>
            </c:numRef>
          </c:cat>
          <c:val>
            <c:numRef>
              <c:f>'Chart Data'!$D$2:$D$7</c:f>
              <c:numCache>
                <c:formatCode>General</c:formatCode>
                <c:ptCount val="6"/>
                <c:pt idx="0">
                  <c:v>1</c:v>
                </c:pt>
                <c:pt idx="1">
                  <c:v>0.72</c:v>
                </c:pt>
                <c:pt idx="2">
                  <c:v>0.56</c:v>
                </c:pt>
                <c:pt idx="3">
                  <c:v>0.53</c:v>
                </c:pt>
                <c:pt idx="4">
                  <c:v>0.6</c:v>
                </c:pt>
                <c:pt idx="5">
                  <c:v>0.69</c:v>
                </c:pt>
              </c:numCache>
            </c:numRef>
          </c:val>
          <c:smooth val="0"/>
        </c:ser>
        <c:dLbls>
          <c:txPr>
            <a:bodyPr xmlns:a="http://schemas.openxmlformats.org/drawingml/2006/main" anchorCtr="1"/>
            <a:lstStyle xmlns:a="http://schemas.openxmlformats.org/drawingml/2006/main"/>
            <a:p xmlns:a="http://schemas.openxmlformats.org/drawingml/2006/main">
              <a:pPr>
                <a:defRPr lang="ja-JP">
                  <a:latin typeface="Arial"/>
                  <a:ea typeface="ＭＳ Ｐゴシック"/>
                  <a:cs typeface="ＭＳ Ｐゴシック"/>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lang="ja-JP">
                    <a:latin typeface="Arial"/>
                    <a:ea typeface="ＭＳ Ｐゴシック"/>
                    <a:cs typeface="ＭＳ Ｐゴシック"/>
                  </a:rPr>
                  <a:t>エポック</a:t>
                </a:r>
              </a:p>
            </c:rich>
          </c:tx>
          <c:overlay val="0"/>
          <c:txPr>
            <a:bodyPr xmlns:a="http://schemas.openxmlformats.org/drawingml/2006/main" anchorCtr="1"/>
            <a:lstStyle xmlns:a="http://schemas.openxmlformats.org/drawingml/2006/main"/>
            <a:p xmlns:a="http://schemas.openxmlformats.org/drawingml/2006/main">
              <a:pPr>
                <a:defRPr lang="ja-JP">
                  <a:latin typeface="Arial"/>
                  <a:ea typeface="ＭＳ Ｐゴシック"/>
                  <a:cs typeface="ＭＳ Ｐゴシック"/>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lang="ja-JP">
                <a:solidFill>
                  <a:srgbClr val="666666"/>
                </a:solidFill>
                <a:latin typeface="Arial"/>
                <a:ea typeface="ＭＳ Ｐゴシック"/>
                <a:cs typeface="ＭＳ Ｐゴシック"/>
              </a:defRPr>
            </a:pPr>
          </a:p>
        </c:txPr>
        <c:crossAx val="48672768"/>
      </c:catAx>
      <c:valAx>
        <c:axId val="48672768"/>
        <c:scaling>
          <c:orientation val="minMax"/>
          <c:max val="1"/>
          <c:min val="0"/>
        </c:scaling>
        <c:delete val="0"/>
        <c:axPos val="l"/>
        <c:majorGridlines>
          <c:spPr>
            <a:ln xmlns:a="http://schemas.openxmlformats.org/drawingml/2006/main" w="4763">
              <a:solidFill>
                <a:srgbClr val="DDDDDD"/>
              </a:solidFill>
            </a:ln>
          </c:spPr>
        </c:majorGridlines>
        <c:title>
          <c:tx>
            <c:rich>
              <a:bodyPr xmlns:a="http://schemas.openxmlformats.org/drawingml/2006/main"/>
              <a:lstStyle xmlns:a="http://schemas.openxmlformats.org/drawingml/2006/main"/>
              <a:p xmlns:a="http://schemas.openxmlformats.org/drawingml/2006/main">
                <a:r>
                  <a:rPr lang="ja-JP">
                    <a:latin typeface="Arial"/>
                    <a:ea typeface="ＭＳ Ｐゴシック"/>
                    <a:cs typeface="ＭＳ Ｐゴシック"/>
                  </a:rPr>
                  <a:t>損失</a:t>
                </a:r>
              </a:p>
            </c:rich>
          </c:tx>
          <c:overlay val="0"/>
          <c:txPr>
            <a:bodyPr xmlns:a="http://schemas.openxmlformats.org/drawingml/2006/main" anchorCtr="1"/>
            <a:lstStyle xmlns:a="http://schemas.openxmlformats.org/drawingml/2006/main"/>
            <a:p xmlns:a="http://schemas.openxmlformats.org/drawingml/2006/main">
              <a:pPr>
                <a:defRPr lang="ja-JP">
                  <a:latin typeface="Arial"/>
                  <a:ea typeface="ＭＳ Ｐゴシック"/>
                  <a:cs typeface="ＭＳ Ｐゴシック"/>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lang="ja-JP">
                <a:solidFill>
                  <a:srgbClr val="666666"/>
                </a:solidFill>
                <a:latin typeface="Arial"/>
                <a:ea typeface="ＭＳ Ｐゴシック"/>
                <a:cs typeface="ＭＳ Ｐゴシック"/>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lang="ja-JP">
              <a:latin typeface="Arial"/>
              <a:ea typeface="ＭＳ Ｐゴシック"/>
              <a:cs typeface="ＭＳ Ｐゴシック"/>
            </a:defRPr>
          </a:pPr>
        </a:p>
      </c:txPr>
    </c:legend>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情報技術者（民間資格）6&#10;G検定">
            <a:extLst xmlns:a="http://schemas.openxmlformats.org/drawingml/2006/main">
              <a:ext uri="{FF2B5EF4-FFF2-40B4-BE49-F238E27FC236}">
                <a16:creationId xmlns:a16="http://schemas.microsoft.com/office/drawing/2014/main" id="{D0B73D19-F7A9-4EC2-BB22-01CE07ABC9B9}"/>
              </a:ext>
            </a:extLst>
          </p:cNvPr>
          <p:cNvSpPr>
            <a:spLocks xmlns:a="http://schemas.openxmlformats.org/drawingml/2006/main" noGrp="1"/>
          </p:cNvSpPr>
          <p:nvPr/>
        </p:nvSpPr>
        <p:spPr>
          <a:xfrm xmlns:a="http://schemas.openxmlformats.org/drawingml/2006/main">
            <a:off x="310896" y="740664"/>
            <a:ext cx="8522208" cy="20482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4400" b="0" lang="ja-JP">
                <a:solidFill>
                  <a:srgbClr val="000000"/>
                </a:solidFill>
                <a:latin typeface="Arial"/>
                <a:ea typeface="ＭＳ Ｐゴシック"/>
                <a:cs typeface="ＭＳ Ｐゴシック"/>
              </a:defRPr>
            </a:pPr>
            <a:r>
              <a:rPr sz="4400" b="0" lang="ja-JP">
                <a:solidFill>
                  <a:srgbClr val="000000"/>
                </a:solidFill>
                <a:latin typeface="Arial"/>
                <a:ea typeface="ＭＳ Ｐゴシック"/>
                <a:cs typeface="ＭＳ Ｐゴシック"/>
              </a:rPr>
              <a:t>情報技術者（民間資格）6</a:t>
            </a:r>
          </a:p>
          <a:p xmlns:a="http://schemas.openxmlformats.org/drawingml/2006/main">
            <a:pPr algn="ctr">
              <a:defRPr sz="4400" b="0" lang="ja-JP">
                <a:solidFill>
                  <a:srgbClr val="000000"/>
                </a:solidFill>
                <a:latin typeface="Arial"/>
                <a:ea typeface="ＭＳ Ｐゴシック"/>
                <a:cs typeface="ＭＳ Ｐゴシック"/>
              </a:defRPr>
            </a:pPr>
            <a:r>
              <a:rPr sz="4400" b="0" lang="ja-JP">
                <a:solidFill>
                  <a:srgbClr val="000000"/>
                </a:solidFill>
                <a:latin typeface="Arial"/>
                <a:ea typeface="ＭＳ Ｐゴシック"/>
                <a:cs typeface="ＭＳ Ｐゴシック"/>
              </a:rPr>
              <a:t>G検定</a:t>
            </a:r>
          </a:p>
        </p:txBody>
      </p:sp>
      <p:sp>
        <p:nvSpPr>
          <p:cNvPr id="2" name="深層学習をうまく学習させるには">
            <a:extLst xmlns:a="http://schemas.openxmlformats.org/drawingml/2006/main">
              <a:ext uri="{FF2B5EF4-FFF2-40B4-BE49-F238E27FC236}">
                <a16:creationId xmlns:a16="http://schemas.microsoft.com/office/drawing/2014/main" id="{6EC01B87-E278-447E-9F68-363207AFBC59}"/>
              </a:ext>
            </a:extLst>
          </p:cNvPr>
          <p:cNvSpPr>
            <a:spLocks xmlns:a="http://schemas.openxmlformats.org/drawingml/2006/main" noGrp="1"/>
          </p:cNvSpPr>
          <p:nvPr/>
        </p:nvSpPr>
        <p:spPr>
          <a:xfrm xmlns:a="http://schemas.openxmlformats.org/drawingml/2006/main">
            <a:off x="457200" y="2971800"/>
            <a:ext cx="8229600" cy="7863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900" b="0" lang="ja-JP">
                <a:solidFill>
                  <a:srgbClr val="FF0000"/>
                </a:solidFill>
                <a:latin typeface="Arial"/>
                <a:ea typeface="ＭＳ Ｐゴシック"/>
                <a:cs typeface="ＭＳ Ｐゴシック"/>
              </a:defRPr>
            </a:pPr>
            <a:r>
              <a:rPr sz="2900" b="0" lang="ja-JP">
                <a:solidFill>
                  <a:srgbClr val="FF0000"/>
                </a:solidFill>
                <a:latin typeface="Arial"/>
                <a:ea typeface="ＭＳ Ｐゴシック"/>
                <a:cs typeface="ＭＳ Ｐゴシック"/>
              </a:rPr>
              <a:t>深層学習をうまく学習させるには</a:t>
            </a:r>
          </a:p>
        </p:txBody>
      </p:sp>
      <p:sp>
        <p:nvSpPr>
          <p:cNvPr id="3" name="第6回 ／ 90分 ／ 全25枚">
            <a:extLst xmlns:a="http://schemas.openxmlformats.org/drawingml/2006/main">
              <a:ext uri="{FF2B5EF4-FFF2-40B4-BE49-F238E27FC236}">
                <a16:creationId xmlns:a16="http://schemas.microsoft.com/office/drawing/2014/main" id="{109FE306-47C7-4F85-BFA1-216F867DE812}"/>
              </a:ext>
            </a:extLst>
          </p:cNvPr>
          <p:cNvSpPr>
            <a:spLocks xmlns:a="http://schemas.openxmlformats.org/drawingml/2006/main" noGrp="1"/>
          </p:cNvSpPr>
          <p:nvPr/>
        </p:nvSpPr>
        <p:spPr>
          <a:xfrm xmlns:a="http://schemas.openxmlformats.org/drawingml/2006/main">
            <a:off x="457200" y="4215384"/>
            <a:ext cx="8229600" cy="2834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600" b="0" lang="ja-JP">
                <a:solidFill>
                  <a:srgbClr val="707070"/>
                </a:solidFill>
                <a:latin typeface="Arial"/>
                <a:ea typeface="ＭＳ Ｐゴシック"/>
                <a:cs typeface="ＭＳ Ｐゴシック"/>
              </a:defRPr>
            </a:pPr>
            <a:r>
              <a:rPr sz="1600" b="0" lang="ja-JP">
                <a:solidFill>
                  <a:srgbClr val="707070"/>
                </a:solidFill>
                <a:latin typeface="Arial"/>
                <a:ea typeface="ＭＳ Ｐゴシック"/>
                <a:cs typeface="ＭＳ Ｐゴシック"/>
              </a:rPr>
              <a:t>第6回 ／ 90分 ／ 全25枚</a:t>
            </a:r>
          </a:p>
        </p:txBody>
      </p:sp>
      <p:sp>
        <p:nvSpPr>
          <p:cNvPr id="4" name="参照：Google／TensorFlow">
            <a:extLst xmlns:a="http://schemas.openxmlformats.org/drawingml/2006/main">
              <a:ext uri="{FF2B5EF4-FFF2-40B4-BE49-F238E27FC236}">
                <a16:creationId xmlns:a16="http://schemas.microsoft.com/office/drawing/2014/main" id="{21099F81-C871-48D0-8E6F-BEEAC4C92B41}"/>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参照：Google／TensorFlow</a:t>
            </a:r>
          </a:p>
        </p:txBody>
      </p:sp>
      <p:sp>
        <p:nvSpPr>
          <p:cNvPr id="5" name="第6回　1">
            <a:extLst xmlns:a="http://schemas.openxmlformats.org/drawingml/2006/main">
              <a:ext uri="{FF2B5EF4-FFF2-40B4-BE49-F238E27FC236}">
                <a16:creationId xmlns:a16="http://schemas.microsoft.com/office/drawing/2014/main" id="{3E00F056-6472-4696-9421-54AD40DC7326}"/>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第6回　1</a:t>
            </a:r>
          </a:p>
        </p:txBody>
      </p:sp>
    </p:spTree>
    <p:extLst>
      <p:ext uri="{BB962C8B-B14F-4D97-AF65-F5344CB8AC3E}">
        <p14:creationId xmlns:p14="http://schemas.microsoft.com/office/powerpoint/2010/main" val="59963804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今日の到達目標">
            <a:extLst xmlns:a="http://schemas.openxmlformats.org/drawingml/2006/main">
              <a:ext uri="{FF2B5EF4-FFF2-40B4-BE49-F238E27FC236}">
                <a16:creationId xmlns:a16="http://schemas.microsoft.com/office/drawing/2014/main" id="{E4EBBF02-B18E-4A05-ABE9-4C5C4265AD9B}"/>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今日の到達目標</a:t>
            </a:r>
          </a:p>
        </p:txBody>
      </p:sp>
      <p:sp>
        <p:nvSpPr>
          <p:cNvPr id="2" name="">
            <a:extLst xmlns:a="http://schemas.openxmlformats.org/drawingml/2006/main">
              <a:ext uri="{FF2B5EF4-FFF2-40B4-BE49-F238E27FC236}">
                <a16:creationId xmlns:a16="http://schemas.microsoft.com/office/drawing/2014/main" id="{20DB6B7C-C8C7-454D-B868-9DBA7BA47B0C}"/>
              </a:ext>
            </a:extLst>
          </p:cNvPr>
          <p:cNvSpPr>
            <a:spLocks xmlns:a="http://schemas.openxmlformats.org/drawingml/2006/main" noGrp="1"/>
          </p:cNvSpPr>
          <p:nvPr/>
        </p:nvSpPr>
        <p:spPr>
          <a:xfrm xmlns:a="http://schemas.openxmlformats.org/drawingml/2006/main">
            <a:off x="502920" y="1207008"/>
            <a:ext cx="8229600" cy="2926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学習の設定と，学ぶパラメータを区別する．</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訓練・検証の曲線から，学習の状態を考える．</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過学習への対策と転移学習の使い方を説明する．</a:t>
            </a:r>
          </a:p>
        </p:txBody>
      </p:sp>
      <p:sp>
        <p:nvSpPr>
          <p:cNvPr id="3" name="図・設問：本教材の作例">
            <a:extLst xmlns:a="http://schemas.openxmlformats.org/drawingml/2006/main">
              <a:ext uri="{FF2B5EF4-FFF2-40B4-BE49-F238E27FC236}">
                <a16:creationId xmlns:a16="http://schemas.microsoft.com/office/drawing/2014/main" id="{C2449C6D-57D5-4E0B-9332-CCEF94D23912}"/>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図・設問：本教材の作例</a:t>
            </a:r>
          </a:p>
        </p:txBody>
      </p:sp>
      <p:sp>
        <p:nvSpPr>
          <p:cNvPr id="4" name="第6回　2">
            <a:extLst xmlns:a="http://schemas.openxmlformats.org/drawingml/2006/main">
              <a:ext uri="{FF2B5EF4-FFF2-40B4-BE49-F238E27FC236}">
                <a16:creationId xmlns:a16="http://schemas.microsoft.com/office/drawing/2014/main" id="{D9D01571-27FD-41E7-B7D3-07B9BD277204}"/>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第6回　2</a:t>
            </a:r>
          </a:p>
        </p:txBody>
      </p:sp>
    </p:spTree>
    <p:extLst>
      <p:ext uri="{BB962C8B-B14F-4D97-AF65-F5344CB8AC3E}">
        <p14:creationId xmlns:p14="http://schemas.microsoft.com/office/powerpoint/2010/main" val="25679623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第5回の復習">
            <a:extLst xmlns:a="http://schemas.openxmlformats.org/drawingml/2006/main">
              <a:ext uri="{FF2B5EF4-FFF2-40B4-BE49-F238E27FC236}">
                <a16:creationId xmlns:a16="http://schemas.microsoft.com/office/drawing/2014/main" id="{250C09A3-10DA-4251-B292-8FB46C384D2D}"/>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第5回の復習</a:t>
            </a:r>
          </a:p>
        </p:txBody>
      </p:sp>
      <p:graphicFrame>
        <p:nvGraphicFramePr>
          <p:cNvPr id="6" name=""/>
          <p:cNvGraphicFramePr/>
          <p:nvPr/>
        </p:nvGraphicFramePr>
        <p:xfrm>
          <a:off xmlns:a="http://schemas.openxmlformats.org/drawingml/2006/main" x="365760" y="1243584"/>
          <a:ext xmlns:a="http://schemas.openxmlformats.org/drawingml/2006/main" cx="8366760" cy="2523744"/>
        </p:xfrm>
        <a:graphic xmlns:a="http://schemas.openxmlformats.org/drawingml/2006/main">
          <a:graphicData uri="http://schemas.openxmlformats.org/drawingml/2006/table">
            <a:tbl>
              <a:tblPr firstRow="0" bandRow="0"/>
              <a:tblGrid>
                <a:gridCol w="4183380"/>
                <a:gridCol w="4183380"/>
              </a:tblGrid>
              <a:tr h="630936">
                <a:tc>
                  <a:txBody>
                    <a:bodyPr>
                      <a:noAutofit/>
                    </a:bodyPr>
                    <a:lstStyle/>
                    <a:p>
                      <a:pPr algn="ctr"/>
                      <a:r>
                        <a:rPr sz="1800" b="1" lang="ja-JP">
                          <a:solidFill>
                            <a:srgbClr val="000000"/>
                          </a:solidFill>
                          <a:latin typeface="Arial"/>
                          <a:ea typeface="ＭＳ Ｐゴシック"/>
                          <a:cs typeface="ＭＳ Ｐゴシック"/>
                        </a:rPr>
                        <a:t>処理</a:t>
                      </a:r>
                    </a:p>
                  </a:txBody>
                  <a:tcPr marL="76200" marR="76200" marT="47625" marB="47625" anchor="ctr">
                    <a:solidFill>
                      <a:srgbClr val="F3F3F3"/>
                    </a:solidFill>
                  </a:tcPr>
                </a:tc>
                <a:tc>
                  <a:txBody>
                    <a:bodyPr>
                      <a:noAutofit/>
                    </a:bodyPr>
                    <a:lstStyle/>
                    <a:p>
                      <a:pPr algn="ctr"/>
                      <a:r>
                        <a:rPr sz="1800" b="1" lang="ja-JP">
                          <a:solidFill>
                            <a:srgbClr val="000000"/>
                          </a:solidFill>
                          <a:latin typeface="Arial"/>
                          <a:ea typeface="ＭＳ Ｐゴシック"/>
                          <a:cs typeface="ＭＳ Ｐゴシック"/>
                        </a:rPr>
                        <a:t>役割</a:t>
                      </a:r>
                    </a:p>
                  </a:txBody>
                  <a:tcPr marL="76200" marR="76200" marT="47625" marB="47625" anchor="ctr">
                    <a:solidFill>
                      <a:srgbClr val="F3F3F3"/>
                    </a:solidFill>
                  </a:tcPr>
                </a:tc>
              </a:tr>
              <a:tr h="630936">
                <a:tc>
                  <a:txBody>
                    <a:bodyPr>
                      <a:noAutofit/>
                    </a:bodyPr>
                    <a:lstStyle/>
                    <a:p>
                      <a:pPr algn="ctr"/>
                      <a:r>
                        <a:rPr sz="1800" b="0" lang="ja-JP">
                          <a:solidFill>
                            <a:srgbClr val="404040"/>
                          </a:solidFill>
                          <a:latin typeface="Arial"/>
                          <a:ea typeface="ＭＳ Ｐゴシック"/>
                          <a:cs typeface="ＭＳ Ｐゴシック"/>
                        </a:rPr>
                        <a:t>順伝播</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予測を計算する</a:t>
                      </a:r>
                    </a:p>
                  </a:txBody>
                  <a:tcPr marL="76200" marR="76200" marT="47625" marB="47625" anchor="ctr">
                    <a:solidFill>
                      <a:srgbClr val="FFFFFF"/>
                    </a:solidFill>
                  </a:tcPr>
                </a:tc>
              </a:tr>
              <a:tr h="630936">
                <a:tc>
                  <a:txBody>
                    <a:bodyPr>
                      <a:noAutofit/>
                    </a:bodyPr>
                    <a:lstStyle/>
                    <a:p>
                      <a:pPr algn="ctr"/>
                      <a:r>
                        <a:rPr sz="1800" b="0" lang="ja-JP">
                          <a:solidFill>
                            <a:srgbClr val="404040"/>
                          </a:solidFill>
                          <a:latin typeface="Arial"/>
                          <a:ea typeface="ＭＳ Ｐゴシック"/>
                          <a:cs typeface="ＭＳ Ｐゴシック"/>
                        </a:rPr>
                        <a:t>損失・逆伝播</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誤差の量と勾配を求める</a:t>
                      </a:r>
                    </a:p>
                  </a:txBody>
                  <a:tcPr marL="76200" marR="76200" marT="47625" marB="47625" anchor="ctr">
                    <a:solidFill>
                      <a:srgbClr val="FFFFFF"/>
                    </a:solidFill>
                  </a:tcPr>
                </a:tc>
              </a:tr>
              <a:tr h="630936">
                <a:tc>
                  <a:txBody>
                    <a:bodyPr>
                      <a:noAutofit/>
                    </a:bodyPr>
                    <a:lstStyle/>
                    <a:p>
                      <a:pPr algn="ctr"/>
                      <a:r>
                        <a:rPr sz="1800" b="0" lang="ja-JP">
                          <a:solidFill>
                            <a:srgbClr val="404040"/>
                          </a:solidFill>
                          <a:latin typeface="Arial"/>
                          <a:ea typeface="ＭＳ Ｐゴシック"/>
                          <a:cs typeface="ＭＳ Ｐゴシック"/>
                        </a:rPr>
                        <a:t>更新</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重みとバイアスを変える</a:t>
                      </a:r>
                    </a:p>
                  </a:txBody>
                  <a:tcPr marL="76200" marR="76200" marT="47625" marB="47625" anchor="ctr">
                    <a:solidFill>
                      <a:srgbClr val="FFFFFF"/>
                    </a:solidFill>
                  </a:tcPr>
                </a:tc>
              </a:tr>
            </a:tbl>
          </a:graphicData>
        </a:graphic>
      </p:graphicFrame>
      <p:sp>
        <p:nvSpPr>
          <p:cNvPr id="3" name="参照：Google">
            <a:extLst xmlns:a="http://schemas.openxmlformats.org/drawingml/2006/main">
              <a:ext uri="{FF2B5EF4-FFF2-40B4-BE49-F238E27FC236}">
                <a16:creationId xmlns:a16="http://schemas.microsoft.com/office/drawing/2014/main" id="{E7AE3654-7981-47CF-9986-0A35C6096D49}"/>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参照：Google</a:t>
            </a:r>
          </a:p>
        </p:txBody>
      </p:sp>
      <p:sp>
        <p:nvSpPr>
          <p:cNvPr id="4" name="第6回　3">
            <a:extLst xmlns:a="http://schemas.openxmlformats.org/drawingml/2006/main">
              <a:ext uri="{FF2B5EF4-FFF2-40B4-BE49-F238E27FC236}">
                <a16:creationId xmlns:a16="http://schemas.microsoft.com/office/drawing/2014/main" id="{5DC8B2D1-B25F-4082-8E10-E83112953688}"/>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第6回　3</a:t>
            </a:r>
          </a:p>
        </p:txBody>
      </p:sp>
    </p:spTree>
    <p:extLst>
      <p:ext uri="{BB962C8B-B14F-4D97-AF65-F5344CB8AC3E}">
        <p14:creationId xmlns:p14="http://schemas.microsoft.com/office/powerpoint/2010/main" val="185896205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パラメータとハイパーパラメータ">
            <a:extLst xmlns:a="http://schemas.openxmlformats.org/drawingml/2006/main">
              <a:ext uri="{FF2B5EF4-FFF2-40B4-BE49-F238E27FC236}">
                <a16:creationId xmlns:a16="http://schemas.microsoft.com/office/drawing/2014/main" id="{755A6848-F39C-4640-AAE1-C4905516A4F0}"/>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パラメータとハイパーパラメータ</a:t>
            </a:r>
          </a:p>
        </p:txBody>
      </p:sp>
      <p:graphicFrame>
        <p:nvGraphicFramePr>
          <p:cNvPr id="6" name=""/>
          <p:cNvGraphicFramePr/>
          <p:nvPr/>
        </p:nvGraphicFramePr>
        <p:xfrm>
          <a:off xmlns:a="http://schemas.openxmlformats.org/drawingml/2006/main" x="365760" y="1243584"/>
          <a:ext xmlns:a="http://schemas.openxmlformats.org/drawingml/2006/main" cx="8366760" cy="1892808"/>
        </p:xfrm>
        <a:graphic xmlns:a="http://schemas.openxmlformats.org/drawingml/2006/main">
          <a:graphicData uri="http://schemas.openxmlformats.org/drawingml/2006/table">
            <a:tbl>
              <a:tblPr firstRow="0" bandRow="0"/>
              <a:tblGrid>
                <a:gridCol w="2788920"/>
                <a:gridCol w="2788920"/>
                <a:gridCol w="2788920"/>
              </a:tblGrid>
              <a:tr h="630936">
                <a:tc>
                  <a:txBody>
                    <a:bodyPr>
                      <a:noAutofit/>
                    </a:bodyPr>
                    <a:lstStyle/>
                    <a:p>
                      <a:pPr algn="ctr"/>
                      <a:r>
                        <a:rPr sz="1800" b="1" lang="ja-JP">
                          <a:solidFill>
                            <a:srgbClr val="000000"/>
                          </a:solidFill>
                          <a:latin typeface="Arial"/>
                          <a:ea typeface="ＭＳ Ｐゴシック"/>
                          <a:cs typeface="ＭＳ Ｐゴシック"/>
                        </a:rPr>
                        <a:t>分類</a:t>
                      </a:r>
                    </a:p>
                  </a:txBody>
                  <a:tcPr marL="76200" marR="76200" marT="47625" marB="47625" anchor="ctr">
                    <a:solidFill>
                      <a:srgbClr val="F3F3F3"/>
                    </a:solidFill>
                  </a:tcPr>
                </a:tc>
                <a:tc>
                  <a:txBody>
                    <a:bodyPr>
                      <a:noAutofit/>
                    </a:bodyPr>
                    <a:lstStyle/>
                    <a:p>
                      <a:pPr algn="ctr"/>
                      <a:r>
                        <a:rPr sz="1800" b="1" lang="ja-JP">
                          <a:solidFill>
                            <a:srgbClr val="000000"/>
                          </a:solidFill>
                          <a:latin typeface="Arial"/>
                          <a:ea typeface="ＭＳ Ｐゴシック"/>
                          <a:cs typeface="ＭＳ Ｐゴシック"/>
                        </a:rPr>
                        <a:t>例</a:t>
                      </a:r>
                    </a:p>
                  </a:txBody>
                  <a:tcPr marL="76200" marR="76200" marT="47625" marB="47625" anchor="ctr">
                    <a:solidFill>
                      <a:srgbClr val="F3F3F3"/>
                    </a:solidFill>
                  </a:tcPr>
                </a:tc>
                <a:tc>
                  <a:txBody>
                    <a:bodyPr>
                      <a:noAutofit/>
                    </a:bodyPr>
                    <a:lstStyle/>
                    <a:p>
                      <a:pPr algn="ctr"/>
                      <a:r>
                        <a:rPr sz="1800" b="1" lang="ja-JP">
                          <a:solidFill>
                            <a:srgbClr val="000000"/>
                          </a:solidFill>
                          <a:latin typeface="Arial"/>
                          <a:ea typeface="ＭＳ Ｐゴシック"/>
                          <a:cs typeface="ＭＳ Ｐゴシック"/>
                        </a:rPr>
                        <a:t>どう決めるか</a:t>
                      </a:r>
                    </a:p>
                  </a:txBody>
                  <a:tcPr marL="76200" marR="76200" marT="47625" marB="47625" anchor="ctr">
                    <a:solidFill>
                      <a:srgbClr val="F3F3F3"/>
                    </a:solidFill>
                  </a:tcPr>
                </a:tc>
              </a:tr>
              <a:tr h="630936">
                <a:tc>
                  <a:txBody>
                    <a:bodyPr>
                      <a:noAutofit/>
                    </a:bodyPr>
                    <a:lstStyle/>
                    <a:p>
                      <a:pPr algn="ctr"/>
                      <a:r>
                        <a:rPr sz="1800" b="0" lang="ja-JP">
                          <a:solidFill>
                            <a:srgbClr val="404040"/>
                          </a:solidFill>
                          <a:latin typeface="Arial"/>
                          <a:ea typeface="ＭＳ Ｐゴシック"/>
                          <a:cs typeface="ＭＳ Ｐゴシック"/>
                        </a:rPr>
                        <a:t>パラメータ</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重み・バイアス</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訓練データから学ぶ</a:t>
                      </a:r>
                    </a:p>
                  </a:txBody>
                  <a:tcPr marL="76200" marR="76200" marT="47625" marB="47625" anchor="ctr">
                    <a:solidFill>
                      <a:srgbClr val="FFFFFF"/>
                    </a:solidFill>
                  </a:tcPr>
                </a:tc>
              </a:tr>
              <a:tr h="630936">
                <a:tc>
                  <a:txBody>
                    <a:bodyPr>
                      <a:noAutofit/>
                    </a:bodyPr>
                    <a:lstStyle/>
                    <a:p>
                      <a:pPr algn="ctr"/>
                      <a:r>
                        <a:rPr sz="1800" b="0" lang="ja-JP">
                          <a:solidFill>
                            <a:srgbClr val="404040"/>
                          </a:solidFill>
                          <a:latin typeface="Arial"/>
                          <a:ea typeface="ＭＳ Ｐゴシック"/>
                          <a:cs typeface="ＭＳ Ｐゴシック"/>
                        </a:rPr>
                        <a:t>ハイパーパラメータ</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学習率・バッチサイズ・層の数</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検証結果などを使って選ぶ</a:t>
                      </a:r>
                    </a:p>
                  </a:txBody>
                  <a:tcPr marL="76200" marR="76200" marT="47625" marB="47625" anchor="ctr">
                    <a:solidFill>
                      <a:srgbClr val="FFFFFF"/>
                    </a:solidFill>
                  </a:tcPr>
                </a:tc>
              </a:tr>
            </a:tbl>
          </a:graphicData>
        </a:graphic>
      </p:graphicFrame>
      <p:sp>
        <p:nvSpPr>
          <p:cNvPr id="3" name="参照：Google">
            <a:extLst xmlns:a="http://schemas.openxmlformats.org/drawingml/2006/main">
              <a:ext uri="{FF2B5EF4-FFF2-40B4-BE49-F238E27FC236}">
                <a16:creationId xmlns:a16="http://schemas.microsoft.com/office/drawing/2014/main" id="{35310914-5985-4506-A60E-0162EA2494C6}"/>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参照：Google</a:t>
            </a:r>
          </a:p>
        </p:txBody>
      </p:sp>
      <p:sp>
        <p:nvSpPr>
          <p:cNvPr id="4" name="第6回　4">
            <a:extLst xmlns:a="http://schemas.openxmlformats.org/drawingml/2006/main">
              <a:ext uri="{FF2B5EF4-FFF2-40B4-BE49-F238E27FC236}">
                <a16:creationId xmlns:a16="http://schemas.microsoft.com/office/drawing/2014/main" id="{8C2EDE92-73D5-40F0-B684-E002ADBC7223}"/>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第6回　4</a:t>
            </a:r>
          </a:p>
        </p:txBody>
      </p:sp>
    </p:spTree>
    <p:extLst>
      <p:ext uri="{BB962C8B-B14F-4D97-AF65-F5344CB8AC3E}">
        <p14:creationId xmlns:p14="http://schemas.microsoft.com/office/powerpoint/2010/main" val="159685311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学習率">
            <a:extLst xmlns:a="http://schemas.openxmlformats.org/drawingml/2006/main">
              <a:ext uri="{FF2B5EF4-FFF2-40B4-BE49-F238E27FC236}">
                <a16:creationId xmlns:a16="http://schemas.microsoft.com/office/drawing/2014/main" id="{2B7E355F-790F-4FC9-860B-A8C958D31435}"/>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学習率</a:t>
            </a:r>
          </a:p>
        </p:txBody>
      </p:sp>
      <p:sp>
        <p:nvSpPr>
          <p:cNvPr id="2" name="">
            <a:extLst xmlns:a="http://schemas.openxmlformats.org/drawingml/2006/main">
              <a:ext uri="{FF2B5EF4-FFF2-40B4-BE49-F238E27FC236}">
                <a16:creationId xmlns:a16="http://schemas.microsoft.com/office/drawing/2014/main" id="{D3E9CF38-310B-4F35-9F28-6D29A71A6E92}"/>
              </a:ext>
            </a:extLst>
          </p:cNvPr>
          <p:cNvSpPr>
            <a:spLocks xmlns:a="http://schemas.openxmlformats.org/drawingml/2006/main" noGrp="1"/>
          </p:cNvSpPr>
          <p:nvPr/>
        </p:nvSpPr>
        <p:spPr>
          <a:xfrm xmlns:a="http://schemas.openxmlformats.org/drawingml/2006/main">
            <a:off x="502920" y="1207008"/>
            <a:ext cx="8229600" cy="2926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勾配の向きに，どの程度動かすかを調整する．</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大きすぎると，損失が安定しない場合がある．</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小さすぎると，学習に時間がかかる場合がある．</a:t>
            </a:r>
          </a:p>
        </p:txBody>
      </p:sp>
      <p:sp>
        <p:nvSpPr>
          <p:cNvPr id="3" name="参照：Google">
            <a:extLst xmlns:a="http://schemas.openxmlformats.org/drawingml/2006/main">
              <a:ext uri="{FF2B5EF4-FFF2-40B4-BE49-F238E27FC236}">
                <a16:creationId xmlns:a16="http://schemas.microsoft.com/office/drawing/2014/main" id="{D2BF2D4D-0DA2-45FA-9746-CCDD810742BB}"/>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参照：Google</a:t>
            </a:r>
          </a:p>
        </p:txBody>
      </p:sp>
      <p:sp>
        <p:nvSpPr>
          <p:cNvPr id="4" name="第6回　5">
            <a:extLst xmlns:a="http://schemas.openxmlformats.org/drawingml/2006/main">
              <a:ext uri="{FF2B5EF4-FFF2-40B4-BE49-F238E27FC236}">
                <a16:creationId xmlns:a16="http://schemas.microsoft.com/office/drawing/2014/main" id="{041B8D27-AAEE-495F-AAFA-B4DA5C3F7F83}"/>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第6回　5</a:t>
            </a:r>
          </a:p>
        </p:txBody>
      </p:sp>
    </p:spTree>
    <p:extLst>
      <p:ext uri="{BB962C8B-B14F-4D97-AF65-F5344CB8AC3E}">
        <p14:creationId xmlns:p14="http://schemas.microsoft.com/office/powerpoint/2010/main" val="24351398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学習率と損失の模式例">
            <a:extLst xmlns:a="http://schemas.openxmlformats.org/drawingml/2006/main">
              <a:ext uri="{FF2B5EF4-FFF2-40B4-BE49-F238E27FC236}">
                <a16:creationId xmlns:a16="http://schemas.microsoft.com/office/drawing/2014/main" id="{20BB9B66-EEB7-4B27-B697-34645A7CE27B}"/>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学習率と損失の模式例</a:t>
            </a:r>
          </a:p>
        </p:txBody>
      </p:sp>
      <p:graphicFrame>
        <p:nvGraphicFramePr>
          <p:cNvPr id="7" name="Chart"/>
          <p:cNvGraphicFramePr/>
          <p:nvPr/>
        </p:nvGraphicFramePr>
        <p:xfrm>
          <a:off xmlns:a="http://schemas.openxmlformats.org/drawingml/2006/main" x="530352" y="1261872"/>
          <a:ext xmlns:a="http://schemas.openxmlformats.org/drawingml/2006/main" cx="4800600" cy="2834640"/>
        </p:xfrm>
        <a:graphic xmlns:a="http://schemas.openxmlformats.org/drawingml/2006/main">
          <a:graphicData uri="http://schemas.openxmlformats.org/drawingml/2006/chart">
            <c:chart xmlns:r="http://schemas.openxmlformats.org/officeDocument/2006/relationships" xmlns:c="http://schemas.openxmlformats.org/drawingml/2006/chart" r:id="R45ac852968ad4b43"/>
          </a:graphicData>
        </a:graphic>
      </p:graphicFrame>
      <p:sp>
        <p:nvSpPr>
          <p:cNvPr id="3" name="A：比較的安定&#10;&#10;B：大きく上下&#10;&#10;実際の測定値では&#10;なく，説明用の例．">
            <a:extLst xmlns:a="http://schemas.openxmlformats.org/drawingml/2006/main">
              <a:ext uri="{FF2B5EF4-FFF2-40B4-BE49-F238E27FC236}">
                <a16:creationId xmlns:a16="http://schemas.microsoft.com/office/drawing/2014/main" id="{127ECF13-D3D5-4B4D-BDA8-9A732CBEE6CA}"/>
              </a:ext>
            </a:extLst>
          </p:cNvPr>
          <p:cNvSpPr>
            <a:spLocks xmlns:a="http://schemas.openxmlformats.org/drawingml/2006/main" noGrp="1"/>
          </p:cNvSpPr>
          <p:nvPr/>
        </p:nvSpPr>
        <p:spPr>
          <a:xfrm xmlns:a="http://schemas.openxmlformats.org/drawingml/2006/main">
            <a:off x="5577840" y="1463040"/>
            <a:ext cx="2999232" cy="2761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00" b="0" lang="ja-JP">
                <a:solidFill>
                  <a:srgbClr val="404040"/>
                </a:solidFill>
                <a:latin typeface="Arial"/>
                <a:ea typeface="ＭＳ Ｐゴシック"/>
                <a:cs typeface="ＭＳ Ｐゴシック"/>
              </a:defRPr>
            </a:pPr>
            <a:r>
              <a:rPr sz="2000" b="0" lang="ja-JP">
                <a:solidFill>
                  <a:srgbClr val="404040"/>
                </a:solidFill>
                <a:latin typeface="Arial"/>
                <a:ea typeface="ＭＳ Ｐゴシック"/>
                <a:cs typeface="ＭＳ Ｐゴシック"/>
              </a:rPr>
              <a:t>A：比較的安定</a:t>
            </a:r>
          </a:p>
          <a:p xmlns:a="http://schemas.openxmlformats.org/drawingml/2006/main">
            <a:r>
              <a:t/>
            </a:r>
          </a:p>
          <a:p xmlns:a="http://schemas.openxmlformats.org/drawingml/2006/main">
            <a:pPr algn="l">
              <a:defRPr sz="2000" b="0" lang="ja-JP">
                <a:solidFill>
                  <a:srgbClr val="404040"/>
                </a:solidFill>
                <a:latin typeface="Arial"/>
                <a:ea typeface="ＭＳ Ｐゴシック"/>
                <a:cs typeface="ＭＳ Ｐゴシック"/>
              </a:defRPr>
            </a:pPr>
            <a:r>
              <a:rPr sz="2000" b="0" lang="ja-JP">
                <a:solidFill>
                  <a:srgbClr val="404040"/>
                </a:solidFill>
                <a:latin typeface="Arial"/>
                <a:ea typeface="ＭＳ Ｐゴシック"/>
                <a:cs typeface="ＭＳ Ｐゴシック"/>
              </a:rPr>
              <a:t>B：大きく上下</a:t>
            </a:r>
          </a:p>
          <a:p xmlns:a="http://schemas.openxmlformats.org/drawingml/2006/main">
            <a:r>
              <a:t/>
            </a:r>
          </a:p>
          <a:p xmlns:a="http://schemas.openxmlformats.org/drawingml/2006/main">
            <a:pPr algn="l">
              <a:defRPr sz="2000" b="0" lang="ja-JP">
                <a:solidFill>
                  <a:srgbClr val="404040"/>
                </a:solidFill>
                <a:latin typeface="Arial"/>
                <a:ea typeface="ＭＳ Ｐゴシック"/>
                <a:cs typeface="ＭＳ Ｐゴシック"/>
              </a:defRPr>
            </a:pPr>
            <a:r>
              <a:rPr sz="2000" b="0" lang="ja-JP">
                <a:solidFill>
                  <a:srgbClr val="404040"/>
                </a:solidFill>
                <a:latin typeface="Arial"/>
                <a:ea typeface="ＭＳ Ｐゴシック"/>
                <a:cs typeface="ＭＳ Ｐゴシック"/>
              </a:rPr>
              <a:t>実際の測定値では</a:t>
            </a:r>
          </a:p>
          <a:p xmlns:a="http://schemas.openxmlformats.org/drawingml/2006/main">
            <a:pPr algn="l">
              <a:defRPr sz="2000" b="0" lang="ja-JP">
                <a:solidFill>
                  <a:srgbClr val="404040"/>
                </a:solidFill>
                <a:latin typeface="Arial"/>
                <a:ea typeface="ＭＳ Ｐゴシック"/>
                <a:cs typeface="ＭＳ Ｐゴシック"/>
              </a:defRPr>
            </a:pPr>
            <a:r>
              <a:rPr sz="2000" b="0" lang="ja-JP">
                <a:solidFill>
                  <a:srgbClr val="404040"/>
                </a:solidFill>
                <a:latin typeface="Arial"/>
                <a:ea typeface="ＭＳ Ｐゴシック"/>
                <a:cs typeface="ＭＳ Ｐゴシック"/>
              </a:rPr>
              <a:t>なく，説明用の例．</a:t>
            </a:r>
          </a:p>
        </p:txBody>
      </p:sp>
      <p:sp>
        <p:nvSpPr>
          <p:cNvPr id="4" name="参照：Google">
            <a:extLst xmlns:a="http://schemas.openxmlformats.org/drawingml/2006/main">
              <a:ext uri="{FF2B5EF4-FFF2-40B4-BE49-F238E27FC236}">
                <a16:creationId xmlns:a16="http://schemas.microsoft.com/office/drawing/2014/main" id="{4C3DB9E0-BC06-4012-BB77-762BA4459410}"/>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参照：Google</a:t>
            </a:r>
          </a:p>
        </p:txBody>
      </p:sp>
      <p:sp>
        <p:nvSpPr>
          <p:cNvPr id="5" name="第6回　6">
            <a:extLst xmlns:a="http://schemas.openxmlformats.org/drawingml/2006/main">
              <a:ext uri="{FF2B5EF4-FFF2-40B4-BE49-F238E27FC236}">
                <a16:creationId xmlns:a16="http://schemas.microsoft.com/office/drawing/2014/main" id="{C93E2367-EC3A-4AAC-9A44-96A2578441FC}"/>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第6回　6</a:t>
            </a:r>
          </a:p>
        </p:txBody>
      </p:sp>
    </p:spTree>
    <p:extLst>
      <p:ext uri="{BB962C8B-B14F-4D97-AF65-F5344CB8AC3E}">
        <p14:creationId xmlns:p14="http://schemas.microsoft.com/office/powerpoint/2010/main" val="117030480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バッチとエポック">
            <a:extLst xmlns:a="http://schemas.openxmlformats.org/drawingml/2006/main">
              <a:ext uri="{FF2B5EF4-FFF2-40B4-BE49-F238E27FC236}">
                <a16:creationId xmlns:a16="http://schemas.microsoft.com/office/drawing/2014/main" id="{95DE39F7-862A-4640-9041-CE5FA59F41B1}"/>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バッチとエポック</a:t>
            </a:r>
          </a:p>
        </p:txBody>
      </p:sp>
      <p:graphicFrame>
        <p:nvGraphicFramePr>
          <p:cNvPr id="6" name=""/>
          <p:cNvGraphicFramePr/>
          <p:nvPr/>
        </p:nvGraphicFramePr>
        <p:xfrm>
          <a:off xmlns:a="http://schemas.openxmlformats.org/drawingml/2006/main" x="365760" y="1243584"/>
          <a:ext xmlns:a="http://schemas.openxmlformats.org/drawingml/2006/main" cx="8366760" cy="2523744"/>
        </p:xfrm>
        <a:graphic xmlns:a="http://schemas.openxmlformats.org/drawingml/2006/main">
          <a:graphicData uri="http://schemas.openxmlformats.org/drawingml/2006/table">
            <a:tbl>
              <a:tblPr firstRow="0" bandRow="0"/>
              <a:tblGrid>
                <a:gridCol w="4183380"/>
                <a:gridCol w="4183380"/>
              </a:tblGrid>
              <a:tr h="630936">
                <a:tc>
                  <a:txBody>
                    <a:bodyPr>
                      <a:noAutofit/>
                    </a:bodyPr>
                    <a:lstStyle/>
                    <a:p>
                      <a:pPr algn="ctr"/>
                      <a:r>
                        <a:rPr sz="1800" b="1" lang="ja-JP">
                          <a:solidFill>
                            <a:srgbClr val="000000"/>
                          </a:solidFill>
                          <a:latin typeface="Arial"/>
                          <a:ea typeface="ＭＳ Ｐゴシック"/>
                          <a:cs typeface="ＭＳ Ｐゴシック"/>
                        </a:rPr>
                        <a:t>用語</a:t>
                      </a:r>
                    </a:p>
                  </a:txBody>
                  <a:tcPr marL="76200" marR="76200" marT="47625" marB="47625" anchor="ctr">
                    <a:solidFill>
                      <a:srgbClr val="F3F3F3"/>
                    </a:solidFill>
                  </a:tcPr>
                </a:tc>
                <a:tc>
                  <a:txBody>
                    <a:bodyPr>
                      <a:noAutofit/>
                    </a:bodyPr>
                    <a:lstStyle/>
                    <a:p>
                      <a:pPr algn="ctr"/>
                      <a:r>
                        <a:rPr sz="1800" b="1" lang="ja-JP">
                          <a:solidFill>
                            <a:srgbClr val="000000"/>
                          </a:solidFill>
                          <a:latin typeface="Arial"/>
                          <a:ea typeface="ＭＳ Ｐゴシック"/>
                          <a:cs typeface="ＭＳ Ｐゴシック"/>
                        </a:rPr>
                        <a:t>意味</a:t>
                      </a:r>
                    </a:p>
                  </a:txBody>
                  <a:tcPr marL="76200" marR="76200" marT="47625" marB="47625" anchor="ctr">
                    <a:solidFill>
                      <a:srgbClr val="F3F3F3"/>
                    </a:solidFill>
                  </a:tcPr>
                </a:tc>
              </a:tr>
              <a:tr h="630936">
                <a:tc>
                  <a:txBody>
                    <a:bodyPr>
                      <a:noAutofit/>
                    </a:bodyPr>
                    <a:lstStyle/>
                    <a:p>
                      <a:pPr algn="ctr"/>
                      <a:r>
                        <a:rPr sz="1800" b="0" lang="ja-JP">
                          <a:solidFill>
                            <a:srgbClr val="404040"/>
                          </a:solidFill>
                          <a:latin typeface="Arial"/>
                          <a:ea typeface="ＭＳ Ｐゴシック"/>
                          <a:cs typeface="ＭＳ Ｐゴシック"/>
                        </a:rPr>
                        <a:t>バッチサイズ</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一度の更新で使う例の数</a:t>
                      </a:r>
                    </a:p>
                  </a:txBody>
                  <a:tcPr marL="76200" marR="76200" marT="47625" marB="47625" anchor="ctr">
                    <a:solidFill>
                      <a:srgbClr val="FFFFFF"/>
                    </a:solidFill>
                  </a:tcPr>
                </a:tc>
              </a:tr>
              <a:tr h="630936">
                <a:tc>
                  <a:txBody>
                    <a:bodyPr>
                      <a:noAutofit/>
                    </a:bodyPr>
                    <a:lstStyle/>
                    <a:p>
                      <a:pPr algn="ctr"/>
                      <a:r>
                        <a:rPr sz="1800" b="0" lang="ja-JP">
                          <a:solidFill>
                            <a:srgbClr val="404040"/>
                          </a:solidFill>
                          <a:latin typeface="Arial"/>
                          <a:ea typeface="ＭＳ Ｐゴシック"/>
                          <a:cs typeface="ＭＳ Ｐゴシック"/>
                        </a:rPr>
                        <a:t>更新回数</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パラメータを変更した回数</a:t>
                      </a:r>
                    </a:p>
                  </a:txBody>
                  <a:tcPr marL="76200" marR="76200" marT="47625" marB="47625" anchor="ctr">
                    <a:solidFill>
                      <a:srgbClr val="FFFFFF"/>
                    </a:solidFill>
                  </a:tcPr>
                </a:tc>
              </a:tr>
              <a:tr h="630936">
                <a:tc>
                  <a:txBody>
                    <a:bodyPr>
                      <a:noAutofit/>
                    </a:bodyPr>
                    <a:lstStyle/>
                    <a:p>
                      <a:pPr algn="ctr"/>
                      <a:r>
                        <a:rPr sz="1800" b="0" lang="ja-JP">
                          <a:solidFill>
                            <a:srgbClr val="404040"/>
                          </a:solidFill>
                          <a:latin typeface="Arial"/>
                          <a:ea typeface="ＭＳ Ｐゴシック"/>
                          <a:cs typeface="ＭＳ Ｐゴシック"/>
                        </a:rPr>
                        <a:t>エポック</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訓練データ全体を一巡する単位</a:t>
                      </a:r>
                    </a:p>
                  </a:txBody>
                  <a:tcPr marL="76200" marR="76200" marT="47625" marB="47625" anchor="ctr">
                    <a:solidFill>
                      <a:srgbClr val="FFFFFF"/>
                    </a:solidFill>
                  </a:tcPr>
                </a:tc>
              </a:tr>
            </a:tbl>
          </a:graphicData>
        </a:graphic>
      </p:graphicFrame>
      <p:sp>
        <p:nvSpPr>
          <p:cNvPr id="3" name="参照：Google">
            <a:extLst xmlns:a="http://schemas.openxmlformats.org/drawingml/2006/main">
              <a:ext uri="{FF2B5EF4-FFF2-40B4-BE49-F238E27FC236}">
                <a16:creationId xmlns:a16="http://schemas.microsoft.com/office/drawing/2014/main" id="{3D8D164F-0661-4F7F-B512-B01768F2FC5F}"/>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参照：Google</a:t>
            </a:r>
          </a:p>
        </p:txBody>
      </p:sp>
      <p:sp>
        <p:nvSpPr>
          <p:cNvPr id="4" name="第6回　7">
            <a:extLst xmlns:a="http://schemas.openxmlformats.org/drawingml/2006/main">
              <a:ext uri="{FF2B5EF4-FFF2-40B4-BE49-F238E27FC236}">
                <a16:creationId xmlns:a16="http://schemas.microsoft.com/office/drawing/2014/main" id="{09C0DED2-573A-472C-940E-EB1E89567AD2}"/>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第6回　7</a:t>
            </a:r>
          </a:p>
        </p:txBody>
      </p:sp>
    </p:spTree>
    <p:extLst>
      <p:ext uri="{BB962C8B-B14F-4D97-AF65-F5344CB8AC3E}">
        <p14:creationId xmlns:p14="http://schemas.microsoft.com/office/powerpoint/2010/main" val="119227010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演習1：更新回数">
            <a:extLst xmlns:a="http://schemas.openxmlformats.org/drawingml/2006/main">
              <a:ext uri="{FF2B5EF4-FFF2-40B4-BE49-F238E27FC236}">
                <a16:creationId xmlns:a16="http://schemas.microsoft.com/office/drawing/2014/main" id="{4A006113-D597-458D-A76E-35D76181F127}"/>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演習1：更新回数</a:t>
            </a:r>
          </a:p>
        </p:txBody>
      </p:sp>
      <p:sp>
        <p:nvSpPr>
          <p:cNvPr id="2" name="">
            <a:extLst xmlns:a="http://schemas.openxmlformats.org/drawingml/2006/main">
              <a:ext uri="{FF2B5EF4-FFF2-40B4-BE49-F238E27FC236}">
                <a16:creationId xmlns:a16="http://schemas.microsoft.com/office/drawing/2014/main" id="{5C8E7DC8-4530-44FB-B4F5-EC62546A6A02}"/>
              </a:ext>
            </a:extLst>
          </p:cNvPr>
          <p:cNvSpPr>
            <a:spLocks xmlns:a="http://schemas.openxmlformats.org/drawingml/2006/main" noGrp="1"/>
          </p:cNvSpPr>
          <p:nvPr/>
        </p:nvSpPr>
        <p:spPr>
          <a:xfrm xmlns:a="http://schemas.openxmlformats.org/drawingml/2006/main">
            <a:off x="502920" y="1207008"/>
            <a:ext cx="8229600" cy="2926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訓練データは1,000例，バッチサイズは100．</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毎エポック全データを使い，5エポック学習する．</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1エポックと，全体の更新回数を求める．</a:t>
            </a:r>
          </a:p>
        </p:txBody>
      </p:sp>
      <p:sp>
        <p:nvSpPr>
          <p:cNvPr id="3" name="一巡する間に，何回更新するかを数える．">
            <a:extLst xmlns:a="http://schemas.openxmlformats.org/drawingml/2006/main">
              <a:ext uri="{FF2B5EF4-FFF2-40B4-BE49-F238E27FC236}">
                <a16:creationId xmlns:a16="http://schemas.microsoft.com/office/drawing/2014/main" id="{A253A122-44EA-46B1-940A-6BEF4A501CAB}"/>
              </a:ext>
            </a:extLst>
          </p:cNvPr>
          <p:cNvSpPr>
            <a:spLocks xmlns:a="http://schemas.openxmlformats.org/drawingml/2006/main" noGrp="1"/>
          </p:cNvSpPr>
          <p:nvPr/>
        </p:nvSpPr>
        <p:spPr>
          <a:xfrm xmlns:a="http://schemas.openxmlformats.org/drawingml/2006/main">
            <a:off x="502920" y="4407408"/>
            <a:ext cx="8229600" cy="3840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00" b="0" lang="ja-JP">
                <a:solidFill>
                  <a:srgbClr val="FF0000"/>
                </a:solidFill>
                <a:latin typeface="Arial"/>
                <a:ea typeface="ＭＳ Ｐゴシック"/>
                <a:cs typeface="ＭＳ Ｐゴシック"/>
              </a:defRPr>
            </a:pPr>
            <a:r>
              <a:rPr sz="1900" b="0" lang="ja-JP">
                <a:solidFill>
                  <a:srgbClr val="FF0000"/>
                </a:solidFill>
                <a:latin typeface="Arial"/>
                <a:ea typeface="ＭＳ Ｐゴシック"/>
                <a:cs typeface="ＭＳ Ｐゴシック"/>
              </a:rPr>
              <a:t>一巡する間に，何回更新するかを数える．</a:t>
            </a:r>
          </a:p>
        </p:txBody>
      </p:sp>
      <p:sp>
        <p:nvSpPr>
          <p:cNvPr id="4" name="図・設問：本教材の作例">
            <a:extLst xmlns:a="http://schemas.openxmlformats.org/drawingml/2006/main">
              <a:ext uri="{FF2B5EF4-FFF2-40B4-BE49-F238E27FC236}">
                <a16:creationId xmlns:a16="http://schemas.microsoft.com/office/drawing/2014/main" id="{D25AA011-5694-4993-B8A5-B1543ACBF8F1}"/>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図・設問：本教材の作例</a:t>
            </a:r>
          </a:p>
        </p:txBody>
      </p:sp>
      <p:sp>
        <p:nvSpPr>
          <p:cNvPr id="5" name="第6回　8">
            <a:extLst xmlns:a="http://schemas.openxmlformats.org/drawingml/2006/main">
              <a:ext uri="{FF2B5EF4-FFF2-40B4-BE49-F238E27FC236}">
                <a16:creationId xmlns:a16="http://schemas.microsoft.com/office/drawing/2014/main" id="{85E5CCF7-1F6E-4D03-B135-49AB76D40A79}"/>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第6回　8</a:t>
            </a:r>
          </a:p>
        </p:txBody>
      </p:sp>
    </p:spTree>
    <p:extLst>
      <p:ext uri="{BB962C8B-B14F-4D97-AF65-F5344CB8AC3E}">
        <p14:creationId xmlns:p14="http://schemas.microsoft.com/office/powerpoint/2010/main" val="53482527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演習1：解答">
            <a:extLst xmlns:a="http://schemas.openxmlformats.org/drawingml/2006/main">
              <a:ext uri="{FF2B5EF4-FFF2-40B4-BE49-F238E27FC236}">
                <a16:creationId xmlns:a16="http://schemas.microsoft.com/office/drawing/2014/main" id="{8CF4E930-7BE9-47C5-A8C4-DC6171D91321}"/>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演習1：解答</a:t>
            </a:r>
          </a:p>
        </p:txBody>
      </p:sp>
      <p:sp>
        <p:nvSpPr>
          <p:cNvPr id="2" name="">
            <a:extLst xmlns:a="http://schemas.openxmlformats.org/drawingml/2006/main">
              <a:ext uri="{FF2B5EF4-FFF2-40B4-BE49-F238E27FC236}">
                <a16:creationId xmlns:a16="http://schemas.microsoft.com/office/drawing/2014/main" id="{9AC65B8B-C5B7-4989-8629-C0E09EA8DED6}"/>
              </a:ext>
            </a:extLst>
          </p:cNvPr>
          <p:cNvSpPr>
            <a:spLocks xmlns:a="http://schemas.openxmlformats.org/drawingml/2006/main" noGrp="1"/>
          </p:cNvSpPr>
          <p:nvPr/>
        </p:nvSpPr>
        <p:spPr>
          <a:xfrm xmlns:a="http://schemas.openxmlformats.org/drawingml/2006/main">
            <a:off x="502920" y="1207008"/>
            <a:ext cx="8229600" cy="2926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1エポック：1,000÷100＝10回の更新</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5エポック：10×5＝50回の更新</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バッチサイズを50にすると，5エポックで100回．</a:t>
            </a:r>
          </a:p>
        </p:txBody>
      </p:sp>
      <p:sp>
        <p:nvSpPr>
          <p:cNvPr id="3" name="参照：Google">
            <a:extLst xmlns:a="http://schemas.openxmlformats.org/drawingml/2006/main">
              <a:ext uri="{FF2B5EF4-FFF2-40B4-BE49-F238E27FC236}">
                <a16:creationId xmlns:a16="http://schemas.microsoft.com/office/drawing/2014/main" id="{9AEF3BB2-7BAD-405D-A0F9-3DF08525E349}"/>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参照：Google</a:t>
            </a:r>
          </a:p>
        </p:txBody>
      </p:sp>
      <p:sp>
        <p:nvSpPr>
          <p:cNvPr id="4" name="第6回　9">
            <a:extLst xmlns:a="http://schemas.openxmlformats.org/drawingml/2006/main">
              <a:ext uri="{FF2B5EF4-FFF2-40B4-BE49-F238E27FC236}">
                <a16:creationId xmlns:a16="http://schemas.microsoft.com/office/drawing/2014/main" id="{6AA38FC9-7393-4FAC-99D1-D3F2C11B3A79}"/>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第6回　9</a:t>
            </a:r>
          </a:p>
        </p:txBody>
      </p:sp>
    </p:spTree>
    <p:extLst>
      <p:ext uri="{BB962C8B-B14F-4D97-AF65-F5344CB8AC3E}">
        <p14:creationId xmlns:p14="http://schemas.microsoft.com/office/powerpoint/2010/main" val="5102943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過学習の学習曲線">
            <a:extLst xmlns:a="http://schemas.openxmlformats.org/drawingml/2006/main">
              <a:ext uri="{FF2B5EF4-FFF2-40B4-BE49-F238E27FC236}">
                <a16:creationId xmlns:a16="http://schemas.microsoft.com/office/drawing/2014/main" id="{A3E68854-1784-477D-A3BA-98528CA0115D}"/>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過学習の学習曲線</a:t>
            </a:r>
          </a:p>
        </p:txBody>
      </p:sp>
      <p:graphicFrame>
        <p:nvGraphicFramePr>
          <p:cNvPr id="7" name="Chart"/>
          <p:cNvGraphicFramePr/>
          <p:nvPr/>
        </p:nvGraphicFramePr>
        <p:xfrm>
          <a:off xmlns:a="http://schemas.openxmlformats.org/drawingml/2006/main" x="530352" y="1261872"/>
          <a:ext xmlns:a="http://schemas.openxmlformats.org/drawingml/2006/main" cx="4800600" cy="2834640"/>
        </p:xfrm>
        <a:graphic xmlns:a="http://schemas.openxmlformats.org/drawingml/2006/main">
          <a:graphicData uri="http://schemas.openxmlformats.org/drawingml/2006/chart">
            <c:chart xmlns:r="http://schemas.openxmlformats.org/officeDocument/2006/relationships" xmlns:c="http://schemas.openxmlformats.org/drawingml/2006/chart" r:id="R3809e7328c2648de"/>
          </a:graphicData>
        </a:graphic>
      </p:graphicFrame>
      <p:sp>
        <p:nvSpPr>
          <p:cNvPr id="3" name="訓練損失は低下．&#10;&#10;検証損失は&#10;途中から上昇．&#10;&#10;説明用の作例．">
            <a:extLst xmlns:a="http://schemas.openxmlformats.org/drawingml/2006/main">
              <a:ext uri="{FF2B5EF4-FFF2-40B4-BE49-F238E27FC236}">
                <a16:creationId xmlns:a16="http://schemas.microsoft.com/office/drawing/2014/main" id="{29F15509-7956-44F8-9FE6-ADF82EFAC38D}"/>
              </a:ext>
            </a:extLst>
          </p:cNvPr>
          <p:cNvSpPr>
            <a:spLocks xmlns:a="http://schemas.openxmlformats.org/drawingml/2006/main" noGrp="1"/>
          </p:cNvSpPr>
          <p:nvPr/>
        </p:nvSpPr>
        <p:spPr>
          <a:xfrm xmlns:a="http://schemas.openxmlformats.org/drawingml/2006/main">
            <a:off x="5577840" y="1463040"/>
            <a:ext cx="2999232" cy="2761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00" b="0" lang="ja-JP">
                <a:solidFill>
                  <a:srgbClr val="404040"/>
                </a:solidFill>
                <a:latin typeface="Arial"/>
                <a:ea typeface="ＭＳ Ｐゴシック"/>
                <a:cs typeface="ＭＳ Ｐゴシック"/>
              </a:defRPr>
            </a:pPr>
            <a:r>
              <a:rPr sz="2000" b="0" lang="ja-JP">
                <a:solidFill>
                  <a:srgbClr val="404040"/>
                </a:solidFill>
                <a:latin typeface="Arial"/>
                <a:ea typeface="ＭＳ Ｐゴシック"/>
                <a:cs typeface="ＭＳ Ｐゴシック"/>
              </a:rPr>
              <a:t>訓練損失は低下．</a:t>
            </a:r>
          </a:p>
          <a:p xmlns:a="http://schemas.openxmlformats.org/drawingml/2006/main">
            <a:r>
              <a:t/>
            </a:r>
          </a:p>
          <a:p xmlns:a="http://schemas.openxmlformats.org/drawingml/2006/main">
            <a:pPr algn="l">
              <a:defRPr sz="2000" b="0" lang="ja-JP">
                <a:solidFill>
                  <a:srgbClr val="404040"/>
                </a:solidFill>
                <a:latin typeface="Arial"/>
                <a:ea typeface="ＭＳ Ｐゴシック"/>
                <a:cs typeface="ＭＳ Ｐゴシック"/>
              </a:defRPr>
            </a:pPr>
            <a:r>
              <a:rPr sz="2000" b="0" lang="ja-JP">
                <a:solidFill>
                  <a:srgbClr val="404040"/>
                </a:solidFill>
                <a:latin typeface="Arial"/>
                <a:ea typeface="ＭＳ Ｐゴシック"/>
                <a:cs typeface="ＭＳ Ｐゴシック"/>
              </a:rPr>
              <a:t>検証損失は</a:t>
            </a:r>
          </a:p>
          <a:p xmlns:a="http://schemas.openxmlformats.org/drawingml/2006/main">
            <a:pPr algn="l">
              <a:defRPr sz="2000" b="0" lang="ja-JP">
                <a:solidFill>
                  <a:srgbClr val="404040"/>
                </a:solidFill>
                <a:latin typeface="Arial"/>
                <a:ea typeface="ＭＳ Ｐゴシック"/>
                <a:cs typeface="ＭＳ Ｐゴシック"/>
              </a:defRPr>
            </a:pPr>
            <a:r>
              <a:rPr sz="2000" b="0" lang="ja-JP">
                <a:solidFill>
                  <a:srgbClr val="404040"/>
                </a:solidFill>
                <a:latin typeface="Arial"/>
                <a:ea typeface="ＭＳ Ｐゴシック"/>
                <a:cs typeface="ＭＳ Ｐゴシック"/>
              </a:rPr>
              <a:t>途中から上昇．</a:t>
            </a:r>
          </a:p>
          <a:p xmlns:a="http://schemas.openxmlformats.org/drawingml/2006/main">
            <a:r>
              <a:t/>
            </a:r>
          </a:p>
          <a:p xmlns:a="http://schemas.openxmlformats.org/drawingml/2006/main">
            <a:pPr algn="l">
              <a:defRPr sz="2000" b="0" lang="ja-JP">
                <a:solidFill>
                  <a:srgbClr val="404040"/>
                </a:solidFill>
                <a:latin typeface="Arial"/>
                <a:ea typeface="ＭＳ Ｐゴシック"/>
                <a:cs typeface="ＭＳ Ｐゴシック"/>
              </a:defRPr>
            </a:pPr>
            <a:r>
              <a:rPr sz="2000" b="0" lang="ja-JP">
                <a:solidFill>
                  <a:srgbClr val="404040"/>
                </a:solidFill>
                <a:latin typeface="Arial"/>
                <a:ea typeface="ＭＳ Ｐゴシック"/>
                <a:cs typeface="ＭＳ Ｐゴシック"/>
              </a:rPr>
              <a:t>説明用の作例．</a:t>
            </a:r>
          </a:p>
        </p:txBody>
      </p:sp>
      <p:sp>
        <p:nvSpPr>
          <p:cNvPr id="4" name="参照：TensorFlow">
            <a:extLst xmlns:a="http://schemas.openxmlformats.org/drawingml/2006/main">
              <a:ext uri="{FF2B5EF4-FFF2-40B4-BE49-F238E27FC236}">
                <a16:creationId xmlns:a16="http://schemas.microsoft.com/office/drawing/2014/main" id="{B68BD825-C1C1-4759-B8C6-1186023303F5}"/>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参照：TensorFlow</a:t>
            </a:r>
          </a:p>
        </p:txBody>
      </p:sp>
      <p:sp>
        <p:nvSpPr>
          <p:cNvPr id="5" name="第6回　10">
            <a:extLst xmlns:a="http://schemas.openxmlformats.org/drawingml/2006/main">
              <a:ext uri="{FF2B5EF4-FFF2-40B4-BE49-F238E27FC236}">
                <a16:creationId xmlns:a16="http://schemas.microsoft.com/office/drawing/2014/main" id="{3E1C11B4-FAE8-423B-B76F-3A6E4018674F}"/>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第6回　10</a:t>
            </a:r>
          </a:p>
        </p:txBody>
      </p:sp>
    </p:spTree>
    <p:extLst>
      <p:ext uri="{BB962C8B-B14F-4D97-AF65-F5344CB8AC3E}">
        <p14:creationId xmlns:p14="http://schemas.microsoft.com/office/powerpoint/2010/main" val="207713479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演習2：学習曲線の読み取り">
            <a:extLst xmlns:a="http://schemas.openxmlformats.org/drawingml/2006/main">
              <a:ext uri="{FF2B5EF4-FFF2-40B4-BE49-F238E27FC236}">
                <a16:creationId xmlns:a16="http://schemas.microsoft.com/office/drawing/2014/main" id="{DB48BA21-5524-4C86-8D2E-BBC8EDDE3277}"/>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演習2：学習曲線の読み取り</a:t>
            </a:r>
          </a:p>
        </p:txBody>
      </p:sp>
      <p:sp>
        <p:nvSpPr>
          <p:cNvPr id="2" name="">
            <a:extLst xmlns:a="http://schemas.openxmlformats.org/drawingml/2006/main">
              <a:ext uri="{FF2B5EF4-FFF2-40B4-BE49-F238E27FC236}">
                <a16:creationId xmlns:a16="http://schemas.microsoft.com/office/drawing/2014/main" id="{6E0B1EE9-5667-4F33-A28F-78371D56067B}"/>
              </a:ext>
            </a:extLst>
          </p:cNvPr>
          <p:cNvSpPr>
            <a:spLocks xmlns:a="http://schemas.openxmlformats.org/drawingml/2006/main" noGrp="1"/>
          </p:cNvSpPr>
          <p:nvPr/>
        </p:nvSpPr>
        <p:spPr>
          <a:xfrm xmlns:a="http://schemas.openxmlformats.org/drawingml/2006/main">
            <a:off x="502920" y="1207008"/>
            <a:ext cx="8229600" cy="2926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前ページで，検証損失が最小なのは何エポックか？</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6エポックのモデルを選びたいか？ 理由を説明する．</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次に試したい対策を一つ挙げる．</a:t>
            </a:r>
          </a:p>
        </p:txBody>
      </p:sp>
      <p:sp>
        <p:nvSpPr>
          <p:cNvPr id="3" name="訓練と検証を，一緒に見る．">
            <a:extLst xmlns:a="http://schemas.openxmlformats.org/drawingml/2006/main">
              <a:ext uri="{FF2B5EF4-FFF2-40B4-BE49-F238E27FC236}">
                <a16:creationId xmlns:a16="http://schemas.microsoft.com/office/drawing/2014/main" id="{E60AD5D2-3A7D-47EF-9E51-316C4EE2B913}"/>
              </a:ext>
            </a:extLst>
          </p:cNvPr>
          <p:cNvSpPr>
            <a:spLocks xmlns:a="http://schemas.openxmlformats.org/drawingml/2006/main" noGrp="1"/>
          </p:cNvSpPr>
          <p:nvPr/>
        </p:nvSpPr>
        <p:spPr>
          <a:xfrm xmlns:a="http://schemas.openxmlformats.org/drawingml/2006/main">
            <a:off x="502920" y="4407408"/>
            <a:ext cx="8229600" cy="3840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00" b="0" lang="ja-JP">
                <a:solidFill>
                  <a:srgbClr val="FF0000"/>
                </a:solidFill>
                <a:latin typeface="Arial"/>
                <a:ea typeface="ＭＳ Ｐゴシック"/>
                <a:cs typeface="ＭＳ Ｐゴシック"/>
              </a:defRPr>
            </a:pPr>
            <a:r>
              <a:rPr sz="1900" b="0" lang="ja-JP">
                <a:solidFill>
                  <a:srgbClr val="FF0000"/>
                </a:solidFill>
                <a:latin typeface="Arial"/>
                <a:ea typeface="ＭＳ Ｐゴシック"/>
                <a:cs typeface="ＭＳ Ｐゴシック"/>
              </a:rPr>
              <a:t>訓練と検証を，一緒に見る．</a:t>
            </a:r>
          </a:p>
        </p:txBody>
      </p:sp>
      <p:sp>
        <p:nvSpPr>
          <p:cNvPr id="4" name="図・設問：本教材の作例">
            <a:extLst xmlns:a="http://schemas.openxmlformats.org/drawingml/2006/main">
              <a:ext uri="{FF2B5EF4-FFF2-40B4-BE49-F238E27FC236}">
                <a16:creationId xmlns:a16="http://schemas.microsoft.com/office/drawing/2014/main" id="{A4FC2919-732C-4F06-AA2F-BB78CB8B205C}"/>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図・設問：本教材の作例</a:t>
            </a:r>
          </a:p>
        </p:txBody>
      </p:sp>
      <p:sp>
        <p:nvSpPr>
          <p:cNvPr id="5" name="第6回　11">
            <a:extLst xmlns:a="http://schemas.openxmlformats.org/drawingml/2006/main">
              <a:ext uri="{FF2B5EF4-FFF2-40B4-BE49-F238E27FC236}">
                <a16:creationId xmlns:a16="http://schemas.microsoft.com/office/drawing/2014/main" id="{726FFF7F-B1A6-4E39-A00A-D22E97669F33}"/>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第6回　11</a:t>
            </a:r>
          </a:p>
        </p:txBody>
      </p:sp>
    </p:spTree>
    <p:extLst>
      <p:ext uri="{BB962C8B-B14F-4D97-AF65-F5344CB8AC3E}">
        <p14:creationId xmlns:p14="http://schemas.microsoft.com/office/powerpoint/2010/main" val="108157809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演習2：解答と早期終了">
            <a:extLst xmlns:a="http://schemas.openxmlformats.org/drawingml/2006/main">
              <a:ext uri="{FF2B5EF4-FFF2-40B4-BE49-F238E27FC236}">
                <a16:creationId xmlns:a16="http://schemas.microsoft.com/office/drawing/2014/main" id="{EF507A9D-B367-413E-8013-0242E54E2BCB}"/>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演習2：解答と早期終了</a:t>
            </a:r>
          </a:p>
        </p:txBody>
      </p:sp>
      <p:sp>
        <p:nvSpPr>
          <p:cNvPr id="2" name="">
            <a:extLst xmlns:a="http://schemas.openxmlformats.org/drawingml/2006/main">
              <a:ext uri="{FF2B5EF4-FFF2-40B4-BE49-F238E27FC236}">
                <a16:creationId xmlns:a16="http://schemas.microsoft.com/office/drawing/2014/main" id="{184C280E-1888-40A6-8EDC-DB4358EFDB1D}"/>
              </a:ext>
            </a:extLst>
          </p:cNvPr>
          <p:cNvSpPr>
            <a:spLocks xmlns:a="http://schemas.openxmlformats.org/drawingml/2006/main" noGrp="1"/>
          </p:cNvSpPr>
          <p:nvPr/>
        </p:nvSpPr>
        <p:spPr>
          <a:xfrm xmlns:a="http://schemas.openxmlformats.org/drawingml/2006/main">
            <a:off x="502920" y="1207008"/>
            <a:ext cx="8229600" cy="2926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この例では，4エポックの検証損失が最小．</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早期終了は，検証の改善が止まったときに学習を止める方法．</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最良の検証時点の重みを保存する方法もある．</a:t>
            </a:r>
          </a:p>
        </p:txBody>
      </p:sp>
      <p:sp>
        <p:nvSpPr>
          <p:cNvPr id="3" name="参照：TensorFlow">
            <a:extLst xmlns:a="http://schemas.openxmlformats.org/drawingml/2006/main">
              <a:ext uri="{FF2B5EF4-FFF2-40B4-BE49-F238E27FC236}">
                <a16:creationId xmlns:a16="http://schemas.microsoft.com/office/drawing/2014/main" id="{2C72A712-680A-452A-83FF-F24AA661AAAC}"/>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参照：TensorFlow</a:t>
            </a:r>
          </a:p>
        </p:txBody>
      </p:sp>
      <p:sp>
        <p:nvSpPr>
          <p:cNvPr id="4" name="第6回　12">
            <a:extLst xmlns:a="http://schemas.openxmlformats.org/drawingml/2006/main">
              <a:ext uri="{FF2B5EF4-FFF2-40B4-BE49-F238E27FC236}">
                <a16:creationId xmlns:a16="http://schemas.microsoft.com/office/drawing/2014/main" id="{48552318-C654-4092-B9B3-8A5E485ABC37}"/>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第6回　12</a:t>
            </a:r>
          </a:p>
        </p:txBody>
      </p:sp>
    </p:spTree>
    <p:extLst>
      <p:ext uri="{BB962C8B-B14F-4D97-AF65-F5344CB8AC3E}">
        <p14:creationId xmlns:p14="http://schemas.microsoft.com/office/powerpoint/2010/main" val="1913653138"/>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過学習への対策">
            <a:extLst xmlns:a="http://schemas.openxmlformats.org/drawingml/2006/main">
              <a:ext uri="{FF2B5EF4-FFF2-40B4-BE49-F238E27FC236}">
                <a16:creationId xmlns:a16="http://schemas.microsoft.com/office/drawing/2014/main" id="{C1EACB73-3130-4814-8573-5C32FD14B7D6}"/>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過学習への対策</a:t>
            </a:r>
          </a:p>
        </p:txBody>
      </p:sp>
      <p:graphicFrame>
        <p:nvGraphicFramePr>
          <p:cNvPr id="6" name=""/>
          <p:cNvGraphicFramePr/>
          <p:nvPr/>
        </p:nvGraphicFramePr>
        <p:xfrm>
          <a:off xmlns:a="http://schemas.openxmlformats.org/drawingml/2006/main" x="365760" y="1243584"/>
          <a:ext xmlns:a="http://schemas.openxmlformats.org/drawingml/2006/main" cx="8366760" cy="2953512"/>
        </p:xfrm>
        <a:graphic xmlns:a="http://schemas.openxmlformats.org/drawingml/2006/main">
          <a:graphicData uri="http://schemas.openxmlformats.org/drawingml/2006/table">
            <a:tbl>
              <a:tblPr firstRow="0" bandRow="0"/>
              <a:tblGrid>
                <a:gridCol w="4183380"/>
                <a:gridCol w="4183380"/>
              </a:tblGrid>
              <a:tr h="590702">
                <a:tc>
                  <a:txBody>
                    <a:bodyPr>
                      <a:noAutofit/>
                    </a:bodyPr>
                    <a:lstStyle/>
                    <a:p>
                      <a:pPr algn="ctr"/>
                      <a:r>
                        <a:rPr sz="1800" b="1" lang="ja-JP">
                          <a:solidFill>
                            <a:srgbClr val="000000"/>
                          </a:solidFill>
                          <a:latin typeface="Arial"/>
                          <a:ea typeface="ＭＳ Ｐゴシック"/>
                          <a:cs typeface="ＭＳ Ｐゴシック"/>
                        </a:rPr>
                        <a:t>対策</a:t>
                      </a:r>
                    </a:p>
                  </a:txBody>
                  <a:tcPr marL="76200" marR="76200" marT="47625" marB="47625" anchor="ctr">
                    <a:solidFill>
                      <a:srgbClr val="F3F3F3"/>
                    </a:solidFill>
                  </a:tcPr>
                </a:tc>
                <a:tc>
                  <a:txBody>
                    <a:bodyPr>
                      <a:noAutofit/>
                    </a:bodyPr>
                    <a:lstStyle/>
                    <a:p>
                      <a:pPr algn="ctr"/>
                      <a:r>
                        <a:rPr sz="1800" b="1" lang="ja-JP">
                          <a:solidFill>
                            <a:srgbClr val="000000"/>
                          </a:solidFill>
                          <a:latin typeface="Arial"/>
                          <a:ea typeface="ＭＳ Ｐゴシック"/>
                          <a:cs typeface="ＭＳ Ｐゴシック"/>
                        </a:rPr>
                        <a:t>狙い</a:t>
                      </a:r>
                    </a:p>
                  </a:txBody>
                  <a:tcPr marL="76200" marR="76200" marT="47625" marB="47625" anchor="ctr">
                    <a:solidFill>
                      <a:srgbClr val="F3F3F3"/>
                    </a:solidFill>
                  </a:tcPr>
                </a:tc>
              </a:tr>
              <a:tr h="590702">
                <a:tc>
                  <a:txBody>
                    <a:bodyPr>
                      <a:noAutofit/>
                    </a:bodyPr>
                    <a:lstStyle/>
                    <a:p>
                      <a:pPr algn="ctr"/>
                      <a:r>
                        <a:rPr sz="1800" b="0" lang="ja-JP">
                          <a:solidFill>
                            <a:srgbClr val="404040"/>
                          </a:solidFill>
                          <a:latin typeface="Arial"/>
                          <a:ea typeface="ＭＳ Ｐゴシック"/>
                          <a:cs typeface="ＭＳ Ｐゴシック"/>
                        </a:rPr>
                        <a:t>訓練データの充実</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運用で現れる例を十分に含める</a:t>
                      </a:r>
                    </a:p>
                  </a:txBody>
                  <a:tcPr marL="76200" marR="76200" marT="47625" marB="47625" anchor="ctr">
                    <a:solidFill>
                      <a:srgbClr val="FFFFFF"/>
                    </a:solidFill>
                  </a:tcPr>
                </a:tc>
              </a:tr>
              <a:tr h="590702">
                <a:tc>
                  <a:txBody>
                    <a:bodyPr>
                      <a:noAutofit/>
                    </a:bodyPr>
                    <a:lstStyle/>
                    <a:p>
                      <a:pPr algn="ctr"/>
                      <a:r>
                        <a:rPr sz="1800" b="0" lang="ja-JP">
                          <a:solidFill>
                            <a:srgbClr val="404040"/>
                          </a:solidFill>
                          <a:latin typeface="Arial"/>
                          <a:ea typeface="ＭＳ Ｐゴシック"/>
                          <a:cs typeface="ＭＳ Ｐゴシック"/>
                        </a:rPr>
                        <a:t>モデルを簡潔にする</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訓練例への過度な適合を抑える</a:t>
                      </a:r>
                    </a:p>
                  </a:txBody>
                  <a:tcPr marL="76200" marR="76200" marT="47625" marB="47625" anchor="ctr">
                    <a:solidFill>
                      <a:srgbClr val="FFFFFF"/>
                    </a:solidFill>
                  </a:tcPr>
                </a:tc>
              </a:tr>
              <a:tr h="590702">
                <a:tc>
                  <a:txBody>
                    <a:bodyPr>
                      <a:noAutofit/>
                    </a:bodyPr>
                    <a:lstStyle/>
                    <a:p>
                      <a:pPr algn="ctr"/>
                      <a:r>
                        <a:rPr sz="1800" b="0" lang="ja-JP">
                          <a:solidFill>
                            <a:srgbClr val="404040"/>
                          </a:solidFill>
                          <a:latin typeface="Arial"/>
                          <a:ea typeface="ＭＳ Ｐゴシック"/>
                          <a:cs typeface="ＭＳ Ｐゴシック"/>
                        </a:rPr>
                        <a:t>正則化・ドロップアウト</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学習の自由度や依存を抑える</a:t>
                      </a:r>
                    </a:p>
                  </a:txBody>
                  <a:tcPr marL="76200" marR="76200" marT="47625" marB="47625" anchor="ctr">
                    <a:solidFill>
                      <a:srgbClr val="FFFFFF"/>
                    </a:solidFill>
                  </a:tcPr>
                </a:tc>
              </a:tr>
              <a:tr h="590702">
                <a:tc>
                  <a:txBody>
                    <a:bodyPr>
                      <a:noAutofit/>
                    </a:bodyPr>
                    <a:lstStyle/>
                    <a:p>
                      <a:pPr algn="ctr"/>
                      <a:r>
                        <a:rPr sz="1800" b="0" lang="ja-JP">
                          <a:solidFill>
                            <a:srgbClr val="404040"/>
                          </a:solidFill>
                          <a:latin typeface="Arial"/>
                          <a:ea typeface="ＭＳ Ｐゴシック"/>
                          <a:cs typeface="ＭＳ Ｐゴシック"/>
                        </a:rPr>
                        <a:t>早期終了</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検証で悪化する学習を続けすぎない</a:t>
                      </a:r>
                    </a:p>
                  </a:txBody>
                  <a:tcPr marL="76200" marR="76200" marT="47625" marB="47625" anchor="ctr">
                    <a:solidFill>
                      <a:srgbClr val="FFFFFF"/>
                    </a:solidFill>
                  </a:tcPr>
                </a:tc>
              </a:tr>
            </a:tbl>
          </a:graphicData>
        </a:graphic>
      </p:graphicFrame>
      <p:sp>
        <p:nvSpPr>
          <p:cNvPr id="3" name="参照：TensorFlow">
            <a:extLst xmlns:a="http://schemas.openxmlformats.org/drawingml/2006/main">
              <a:ext uri="{FF2B5EF4-FFF2-40B4-BE49-F238E27FC236}">
                <a16:creationId xmlns:a16="http://schemas.microsoft.com/office/drawing/2014/main" id="{523C2481-DBC2-45DB-BCE6-24A46AF63927}"/>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参照：TensorFlow</a:t>
            </a:r>
          </a:p>
        </p:txBody>
      </p:sp>
      <p:sp>
        <p:nvSpPr>
          <p:cNvPr id="4" name="第6回　13">
            <a:extLst xmlns:a="http://schemas.openxmlformats.org/drawingml/2006/main">
              <a:ext uri="{FF2B5EF4-FFF2-40B4-BE49-F238E27FC236}">
                <a16:creationId xmlns:a16="http://schemas.microsoft.com/office/drawing/2014/main" id="{4FFCE2EF-C628-4236-BAB0-605694105652}"/>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第6回　13</a:t>
            </a:r>
          </a:p>
        </p:txBody>
      </p:sp>
    </p:spTree>
    <p:extLst>
      <p:ext uri="{BB962C8B-B14F-4D97-AF65-F5344CB8AC3E}">
        <p14:creationId xmlns:p14="http://schemas.microsoft.com/office/powerpoint/2010/main" val="1231322357"/>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重みに対する正則化">
            <a:extLst xmlns:a="http://schemas.openxmlformats.org/drawingml/2006/main">
              <a:ext uri="{FF2B5EF4-FFF2-40B4-BE49-F238E27FC236}">
                <a16:creationId xmlns:a16="http://schemas.microsoft.com/office/drawing/2014/main" id="{1538CA8D-871F-468E-A748-DEC5E3E5EA34}"/>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重みに対する正則化</a:t>
            </a:r>
          </a:p>
        </p:txBody>
      </p:sp>
      <p:sp>
        <p:nvSpPr>
          <p:cNvPr id="2" name="">
            <a:extLst xmlns:a="http://schemas.openxmlformats.org/drawingml/2006/main">
              <a:ext uri="{FF2B5EF4-FFF2-40B4-BE49-F238E27FC236}">
                <a16:creationId xmlns:a16="http://schemas.microsoft.com/office/drawing/2014/main" id="{4362D630-6D46-4606-B8E4-6BB49224D0C4}"/>
              </a:ext>
            </a:extLst>
          </p:cNvPr>
          <p:cNvSpPr>
            <a:spLocks xmlns:a="http://schemas.openxmlformats.org/drawingml/2006/main" noGrp="1"/>
          </p:cNvSpPr>
          <p:nvPr/>
        </p:nvSpPr>
        <p:spPr>
          <a:xfrm xmlns:a="http://schemas.openxmlformats.org/drawingml/2006/main">
            <a:off x="502920" y="1207008"/>
            <a:ext cx="8229600" cy="2926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予測の損失に，重みの大きさに応じた項を加える．</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L2は重みの二乗，L1は絶対値を使う．</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強さを上げすぎると，十分に学べない場合がある．</a:t>
            </a:r>
          </a:p>
        </p:txBody>
      </p:sp>
      <p:sp>
        <p:nvSpPr>
          <p:cNvPr id="3" name="参照：TensorFlow">
            <a:extLst xmlns:a="http://schemas.openxmlformats.org/drawingml/2006/main">
              <a:ext uri="{FF2B5EF4-FFF2-40B4-BE49-F238E27FC236}">
                <a16:creationId xmlns:a16="http://schemas.microsoft.com/office/drawing/2014/main" id="{5112769D-AF56-4885-95F0-192FAFCB3B7B}"/>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参照：TensorFlow</a:t>
            </a:r>
          </a:p>
        </p:txBody>
      </p:sp>
      <p:sp>
        <p:nvSpPr>
          <p:cNvPr id="4" name="第6回　14">
            <a:extLst xmlns:a="http://schemas.openxmlformats.org/drawingml/2006/main">
              <a:ext uri="{FF2B5EF4-FFF2-40B4-BE49-F238E27FC236}">
                <a16:creationId xmlns:a16="http://schemas.microsoft.com/office/drawing/2014/main" id="{40CB8E7F-945B-436B-B7E4-1D362C3B8B47}"/>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第6回　14</a:t>
            </a:r>
          </a:p>
        </p:txBody>
      </p:sp>
    </p:spTree>
    <p:extLst>
      <p:ext uri="{BB962C8B-B14F-4D97-AF65-F5344CB8AC3E}">
        <p14:creationId xmlns:p14="http://schemas.microsoft.com/office/powerpoint/2010/main" val="1488047558"/>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ドロップアウトの考え方">
            <a:extLst xmlns:a="http://schemas.openxmlformats.org/drawingml/2006/main">
              <a:ext uri="{FF2B5EF4-FFF2-40B4-BE49-F238E27FC236}">
                <a16:creationId xmlns:a16="http://schemas.microsoft.com/office/drawing/2014/main" id="{6C29914D-CB5A-4AA5-B0FE-BD5EE39E1515}"/>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ドロップアウトの考え方</a:t>
            </a:r>
          </a:p>
        </p:txBody>
      </p:sp>
      <p:sp>
        <p:nvSpPr>
          <p:cNvPr id="2" name="学習中&#10;一部の出力を0に">
            <a:extLst xmlns:a="http://schemas.openxmlformats.org/drawingml/2006/main">
              <a:ext uri="{FF2B5EF4-FFF2-40B4-BE49-F238E27FC236}">
                <a16:creationId xmlns:a16="http://schemas.microsoft.com/office/drawing/2014/main" id="{351F0F57-BBA1-4160-9715-1E527BB3338C}"/>
              </a:ext>
            </a:extLst>
          </p:cNvPr>
          <p:cNvSpPr>
            <a:spLocks xmlns:a="http://schemas.openxmlformats.org/drawingml/2006/main" noGrp="1"/>
          </p:cNvSpPr>
          <p:nvPr/>
        </p:nvSpPr>
        <p:spPr>
          <a:xfrm xmlns:a="http://schemas.openxmlformats.org/drawingml/2006/main">
            <a:off x="594360" y="1828800"/>
            <a:ext cx="2304288" cy="960120"/>
          </a:xfrm>
          <a:prstGeom xmlns:a="http://schemas.openxmlformats.org/drawingml/2006/main" prst="rect">
            <a:avLst/>
          </a:prstGeom>
          <a:solidFill xmlns:a="http://schemas.openxmlformats.org/drawingml/2006/main">
            <a:srgbClr val="FFFFFF"/>
          </a:solidFill>
          <a:ln xmlns:a="http://schemas.openxmlformats.org/drawingml/2006/main" w="9525">
            <a:solidFill>
              <a:srgbClr val="B8B8B8"/>
            </a:solidFill>
          </a:ln>
        </p:spPr>
        <p:txBody>
          <a:bodyPr xmlns:a="http://schemas.openxmlformats.org/drawingml/2006/main" wrap="square" lIns="66675" tIns="38100" rIns="66675" bIns="38100" anchor="ctr">
            <a:noAutofit/>
          </a:bodyPr>
          <a:lstStyle xmlns:a="http://schemas.openxmlformats.org/drawingml/2006/main"/>
          <a:p xmlns:a="http://schemas.openxmlformats.org/drawingml/2006/main">
            <a:pPr algn="ctr">
              <a:defRPr sz="2000" lang="ja-JP">
                <a:solidFill>
                  <a:srgbClr val="404040"/>
                </a:solidFill>
                <a:latin typeface="Arial"/>
                <a:ea typeface="ＭＳ Ｐゴシック"/>
                <a:cs typeface="ＭＳ Ｐゴシック"/>
              </a:defRPr>
            </a:pPr>
            <a:r>
              <a:rPr sz="2000" lang="ja-JP">
                <a:solidFill>
                  <a:srgbClr val="404040"/>
                </a:solidFill>
                <a:latin typeface="Arial"/>
                <a:ea typeface="ＭＳ Ｐゴシック"/>
                <a:cs typeface="ＭＳ Ｐゴシック"/>
              </a:rPr>
              <a:t>学習中</a:t>
            </a:r>
          </a:p>
          <a:p xmlns:a="http://schemas.openxmlformats.org/drawingml/2006/main">
            <a:pPr algn="ctr">
              <a:defRPr sz="2000" lang="ja-JP">
                <a:solidFill>
                  <a:srgbClr val="404040"/>
                </a:solidFill>
                <a:latin typeface="Arial"/>
                <a:ea typeface="ＭＳ Ｐゴシック"/>
                <a:cs typeface="ＭＳ Ｐゴシック"/>
              </a:defRPr>
            </a:pPr>
            <a:r>
              <a:rPr sz="2000" lang="ja-JP">
                <a:solidFill>
                  <a:srgbClr val="404040"/>
                </a:solidFill>
                <a:latin typeface="Arial"/>
                <a:ea typeface="ＭＳ Ｐゴシック"/>
                <a:cs typeface="ＭＳ Ｐゴシック"/>
              </a:rPr>
              <a:t>一部の出力を0に</a:t>
            </a:r>
          </a:p>
        </p:txBody>
      </p:sp>
      <p:sp>
        <p:nvSpPr>
          <p:cNvPr id="3" name="異なる組合せで&#10;繰り返し学習">
            <a:extLst xmlns:a="http://schemas.openxmlformats.org/drawingml/2006/main">
              <a:ext uri="{FF2B5EF4-FFF2-40B4-BE49-F238E27FC236}">
                <a16:creationId xmlns:a16="http://schemas.microsoft.com/office/drawing/2014/main" id="{D4D3A9BC-4766-4185-9B77-55A9B47FAD2E}"/>
              </a:ext>
            </a:extLst>
          </p:cNvPr>
          <p:cNvSpPr>
            <a:spLocks xmlns:a="http://schemas.openxmlformats.org/drawingml/2006/main" noGrp="1"/>
          </p:cNvSpPr>
          <p:nvPr/>
        </p:nvSpPr>
        <p:spPr>
          <a:xfrm xmlns:a="http://schemas.openxmlformats.org/drawingml/2006/main">
            <a:off x="3246120" y="1828800"/>
            <a:ext cx="2304288" cy="960120"/>
          </a:xfrm>
          <a:prstGeom xmlns:a="http://schemas.openxmlformats.org/drawingml/2006/main" prst="rect">
            <a:avLst/>
          </a:prstGeom>
          <a:solidFill xmlns:a="http://schemas.openxmlformats.org/drawingml/2006/main">
            <a:srgbClr val="FFFFFF"/>
          </a:solidFill>
          <a:ln xmlns:a="http://schemas.openxmlformats.org/drawingml/2006/main" w="9525">
            <a:solidFill>
              <a:srgbClr val="B8B8B8"/>
            </a:solidFill>
          </a:ln>
        </p:spPr>
        <p:txBody>
          <a:bodyPr xmlns:a="http://schemas.openxmlformats.org/drawingml/2006/main" wrap="square" lIns="66675" tIns="38100" rIns="66675" bIns="38100" anchor="ctr">
            <a:noAutofit/>
          </a:bodyPr>
          <a:lstStyle xmlns:a="http://schemas.openxmlformats.org/drawingml/2006/main"/>
          <a:p xmlns:a="http://schemas.openxmlformats.org/drawingml/2006/main">
            <a:pPr algn="ctr">
              <a:defRPr sz="2000" lang="ja-JP">
                <a:solidFill>
                  <a:srgbClr val="404040"/>
                </a:solidFill>
                <a:latin typeface="Arial"/>
                <a:ea typeface="ＭＳ Ｐゴシック"/>
                <a:cs typeface="ＭＳ Ｐゴシック"/>
              </a:defRPr>
            </a:pPr>
            <a:r>
              <a:rPr sz="2000" lang="ja-JP">
                <a:solidFill>
                  <a:srgbClr val="404040"/>
                </a:solidFill>
                <a:latin typeface="Arial"/>
                <a:ea typeface="ＭＳ Ｐゴシック"/>
                <a:cs typeface="ＭＳ Ｐゴシック"/>
              </a:rPr>
              <a:t>異なる組合せで</a:t>
            </a:r>
          </a:p>
          <a:p xmlns:a="http://schemas.openxmlformats.org/drawingml/2006/main">
            <a:pPr algn="ctr">
              <a:defRPr sz="2000" lang="ja-JP">
                <a:solidFill>
                  <a:srgbClr val="404040"/>
                </a:solidFill>
                <a:latin typeface="Arial"/>
                <a:ea typeface="ＭＳ Ｐゴシック"/>
                <a:cs typeface="ＭＳ Ｐゴシック"/>
              </a:defRPr>
            </a:pPr>
            <a:r>
              <a:rPr sz="2000" lang="ja-JP">
                <a:solidFill>
                  <a:srgbClr val="404040"/>
                </a:solidFill>
                <a:latin typeface="Arial"/>
                <a:ea typeface="ＭＳ Ｐゴシック"/>
                <a:cs typeface="ＭＳ Ｐゴシック"/>
              </a:rPr>
              <a:t>繰り返し学習</a:t>
            </a:r>
          </a:p>
        </p:txBody>
      </p:sp>
      <p:sp>
        <p:nvSpPr>
          <p:cNvPr id="4" name="推論時&#10;通常は全て使う">
            <a:extLst xmlns:a="http://schemas.openxmlformats.org/drawingml/2006/main">
              <a:ext uri="{FF2B5EF4-FFF2-40B4-BE49-F238E27FC236}">
                <a16:creationId xmlns:a16="http://schemas.microsoft.com/office/drawing/2014/main" id="{A619390D-4661-40C7-B173-33A3BDE224B7}"/>
              </a:ext>
            </a:extLst>
          </p:cNvPr>
          <p:cNvSpPr>
            <a:spLocks xmlns:a="http://schemas.openxmlformats.org/drawingml/2006/main" noGrp="1"/>
          </p:cNvSpPr>
          <p:nvPr/>
        </p:nvSpPr>
        <p:spPr>
          <a:xfrm xmlns:a="http://schemas.openxmlformats.org/drawingml/2006/main">
            <a:off x="5897880" y="1828800"/>
            <a:ext cx="2304288" cy="960120"/>
          </a:xfrm>
          <a:prstGeom xmlns:a="http://schemas.openxmlformats.org/drawingml/2006/main" prst="rect">
            <a:avLst/>
          </a:prstGeom>
          <a:solidFill xmlns:a="http://schemas.openxmlformats.org/drawingml/2006/main">
            <a:srgbClr val="FFFFFF"/>
          </a:solidFill>
          <a:ln xmlns:a="http://schemas.openxmlformats.org/drawingml/2006/main" w="9525">
            <a:solidFill>
              <a:srgbClr val="B8B8B8"/>
            </a:solidFill>
          </a:ln>
        </p:spPr>
        <p:txBody>
          <a:bodyPr xmlns:a="http://schemas.openxmlformats.org/drawingml/2006/main" wrap="square" lIns="66675" tIns="38100" rIns="66675" bIns="38100" anchor="ctr">
            <a:noAutofit/>
          </a:bodyPr>
          <a:lstStyle xmlns:a="http://schemas.openxmlformats.org/drawingml/2006/main"/>
          <a:p xmlns:a="http://schemas.openxmlformats.org/drawingml/2006/main">
            <a:pPr algn="ctr">
              <a:defRPr sz="2000" lang="ja-JP">
                <a:solidFill>
                  <a:srgbClr val="404040"/>
                </a:solidFill>
                <a:latin typeface="Arial"/>
                <a:ea typeface="ＭＳ Ｐゴシック"/>
                <a:cs typeface="ＭＳ Ｐゴシック"/>
              </a:defRPr>
            </a:pPr>
            <a:r>
              <a:rPr sz="2000" lang="ja-JP">
                <a:solidFill>
                  <a:srgbClr val="404040"/>
                </a:solidFill>
                <a:latin typeface="Arial"/>
                <a:ea typeface="ＭＳ Ｐゴシック"/>
                <a:cs typeface="ＭＳ Ｐゴシック"/>
              </a:rPr>
              <a:t>推論時</a:t>
            </a:r>
          </a:p>
          <a:p xmlns:a="http://schemas.openxmlformats.org/drawingml/2006/main">
            <a:pPr algn="ctr">
              <a:defRPr sz="2000" lang="ja-JP">
                <a:solidFill>
                  <a:srgbClr val="404040"/>
                </a:solidFill>
                <a:latin typeface="Arial"/>
                <a:ea typeface="ＭＳ Ｐゴシック"/>
                <a:cs typeface="ＭＳ Ｐゴシック"/>
              </a:defRPr>
            </a:pPr>
            <a:r>
              <a:rPr sz="2000" lang="ja-JP">
                <a:solidFill>
                  <a:srgbClr val="404040"/>
                </a:solidFill>
                <a:latin typeface="Arial"/>
                <a:ea typeface="ＭＳ Ｐゴシック"/>
                <a:cs typeface="ＭＳ Ｐゴシック"/>
              </a:rPr>
              <a:t>通常は全て使う</a:t>
            </a:r>
          </a:p>
        </p:txBody>
      </p:sp>
      <p:cxnSp>
        <p:nvCxnSpPr>
          <p:cNvPr id="13" name=""/>
          <p:cNvCxnSpPr>
            <a:stCxn xmlns:a="http://schemas.openxmlformats.org/drawingml/2006/main" id="2" idx="3"/>
            <a:endCxn xmlns:a="http://schemas.openxmlformats.org/drawingml/2006/main" id="3" idx="1"/>
          </p:cNvCxnSpPr>
          <p:nvPr/>
        </p:nvCxnSpPr>
        <p:spPr>
          <a:xfrm xmlns:a="http://schemas.openxmlformats.org/drawingml/2006/main">
            <a:off x="2898648" y="2308860"/>
            <a:ext cx="347472" cy="0"/>
          </a:xfrm>
          <a:prstGeom xmlns:a="http://schemas.openxmlformats.org/drawingml/2006/main" prst="straightConnector1">
            <a:avLst/>
          </a:prstGeom>
          <a:ln xmlns:a="http://schemas.openxmlformats.org/drawingml/2006/main" w="16193">
            <a:solidFill>
              <a:srgbClr val="707070"/>
            </a:solidFill>
            <a:tailEnd type="triangle" w="sm" len="sm"/>
          </a:ln>
        </p:spPr>
      </p:cxnSp>
      <p:cxnSp>
        <p:nvCxnSpPr>
          <p:cNvPr id="14" name=""/>
          <p:cNvCxnSpPr>
            <a:stCxn xmlns:a="http://schemas.openxmlformats.org/drawingml/2006/main" id="3" idx="3"/>
            <a:endCxn xmlns:a="http://schemas.openxmlformats.org/drawingml/2006/main" id="4" idx="1"/>
          </p:cNvCxnSpPr>
          <p:nvPr/>
        </p:nvCxnSpPr>
        <p:spPr>
          <a:xfrm xmlns:a="http://schemas.openxmlformats.org/drawingml/2006/main">
            <a:off x="5550408" y="2308860"/>
            <a:ext cx="347472" cy="0"/>
          </a:xfrm>
          <a:prstGeom xmlns:a="http://schemas.openxmlformats.org/drawingml/2006/main" prst="straightConnector1">
            <a:avLst/>
          </a:prstGeom>
          <a:ln xmlns:a="http://schemas.openxmlformats.org/drawingml/2006/main" w="16193">
            <a:solidFill>
              <a:srgbClr val="707070"/>
            </a:solidFill>
            <a:tailEnd type="triangle" w="sm" len="sm"/>
          </a:ln>
        </p:spPr>
      </p:cxnSp>
      <p:sp>
        <p:nvSpPr>
          <p:cNvPr id="7" name="参照：Google">
            <a:extLst xmlns:a="http://schemas.openxmlformats.org/drawingml/2006/main">
              <a:ext uri="{FF2B5EF4-FFF2-40B4-BE49-F238E27FC236}">
                <a16:creationId xmlns:a16="http://schemas.microsoft.com/office/drawing/2014/main" id="{CC8290A9-0B01-4D11-B067-295C23FAB584}"/>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参照：Google</a:t>
            </a:r>
          </a:p>
        </p:txBody>
      </p:sp>
      <p:sp>
        <p:nvSpPr>
          <p:cNvPr id="8" name="第6回　15">
            <a:extLst xmlns:a="http://schemas.openxmlformats.org/drawingml/2006/main">
              <a:ext uri="{FF2B5EF4-FFF2-40B4-BE49-F238E27FC236}">
                <a16:creationId xmlns:a16="http://schemas.microsoft.com/office/drawing/2014/main" id="{0871041C-FF3D-4550-AEA6-A7D41F72C8DD}"/>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第6回　15</a:t>
            </a:r>
          </a:p>
        </p:txBody>
      </p:sp>
    </p:spTree>
    <p:extLst>
      <p:ext uri="{BB962C8B-B14F-4D97-AF65-F5344CB8AC3E}">
        <p14:creationId xmlns:p14="http://schemas.microsoft.com/office/powerpoint/2010/main" val="477448219"/>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データ拡張">
            <a:extLst xmlns:a="http://schemas.openxmlformats.org/drawingml/2006/main">
              <a:ext uri="{FF2B5EF4-FFF2-40B4-BE49-F238E27FC236}">
                <a16:creationId xmlns:a16="http://schemas.microsoft.com/office/drawing/2014/main" id="{D9301387-9C14-44FF-BD3B-B62AC89FDAEE}"/>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データ拡張</a:t>
            </a:r>
          </a:p>
        </p:txBody>
      </p:sp>
      <p:sp>
        <p:nvSpPr>
          <p:cNvPr id="2" name="">
            <a:extLst xmlns:a="http://schemas.openxmlformats.org/drawingml/2006/main">
              <a:ext uri="{FF2B5EF4-FFF2-40B4-BE49-F238E27FC236}">
                <a16:creationId xmlns:a16="http://schemas.microsoft.com/office/drawing/2014/main" id="{B2693B5D-F343-42B1-84F7-4AAF4DF2B65D}"/>
              </a:ext>
            </a:extLst>
          </p:cNvPr>
          <p:cNvSpPr>
            <a:spLocks xmlns:a="http://schemas.openxmlformats.org/drawingml/2006/main" noGrp="1"/>
          </p:cNvSpPr>
          <p:nvPr/>
        </p:nvSpPr>
        <p:spPr>
          <a:xfrm xmlns:a="http://schemas.openxmlformats.org/drawingml/2006/main">
            <a:off x="502920" y="1207008"/>
            <a:ext cx="8229600" cy="2926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意味を保つ範囲で，訓練例に変化を加える．</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画像の切り取り・明るさの変更などを使う．</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変化が正解を変えてしまわないかを確認する．</a:t>
            </a:r>
          </a:p>
        </p:txBody>
      </p:sp>
      <p:sp>
        <p:nvSpPr>
          <p:cNvPr id="3" name="参照：TensorFlow">
            <a:extLst xmlns:a="http://schemas.openxmlformats.org/drawingml/2006/main">
              <a:ext uri="{FF2B5EF4-FFF2-40B4-BE49-F238E27FC236}">
                <a16:creationId xmlns:a16="http://schemas.microsoft.com/office/drawing/2014/main" id="{E15B1E4C-398D-4C61-AAB0-CC78A565BBAC}"/>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参照：TensorFlow</a:t>
            </a:r>
          </a:p>
        </p:txBody>
      </p:sp>
      <p:sp>
        <p:nvSpPr>
          <p:cNvPr id="4" name="第6回　16">
            <a:extLst xmlns:a="http://schemas.openxmlformats.org/drawingml/2006/main">
              <a:ext uri="{FF2B5EF4-FFF2-40B4-BE49-F238E27FC236}">
                <a16:creationId xmlns:a16="http://schemas.microsoft.com/office/drawing/2014/main" id="{916D5281-5A07-4542-B1C5-45054C5BB079}"/>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第6回　16</a:t>
            </a:r>
          </a:p>
        </p:txBody>
      </p:sp>
    </p:spTree>
    <p:extLst>
      <p:ext uri="{BB962C8B-B14F-4D97-AF65-F5344CB8AC3E}">
        <p14:creationId xmlns:p14="http://schemas.microsoft.com/office/powerpoint/2010/main" val="6066399"/>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データの正規化と層の正規化">
            <a:extLst xmlns:a="http://schemas.openxmlformats.org/drawingml/2006/main">
              <a:ext uri="{FF2B5EF4-FFF2-40B4-BE49-F238E27FC236}">
                <a16:creationId xmlns:a16="http://schemas.microsoft.com/office/drawing/2014/main" id="{51B94CC1-24C1-4864-A499-655082A0DC19}"/>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データの正規化と層の正規化</a:t>
            </a:r>
          </a:p>
        </p:txBody>
      </p:sp>
      <p:graphicFrame>
        <p:nvGraphicFramePr>
          <p:cNvPr id="6" name=""/>
          <p:cNvGraphicFramePr/>
          <p:nvPr/>
        </p:nvGraphicFramePr>
        <p:xfrm>
          <a:off xmlns:a="http://schemas.openxmlformats.org/drawingml/2006/main" x="365760" y="1243584"/>
          <a:ext xmlns:a="http://schemas.openxmlformats.org/drawingml/2006/main" cx="8366760" cy="1892808"/>
        </p:xfrm>
        <a:graphic xmlns:a="http://schemas.openxmlformats.org/drawingml/2006/main">
          <a:graphicData uri="http://schemas.openxmlformats.org/drawingml/2006/table">
            <a:tbl>
              <a:tblPr firstRow="0" bandRow="0"/>
              <a:tblGrid>
                <a:gridCol w="2788920"/>
                <a:gridCol w="2788920"/>
                <a:gridCol w="2788920"/>
              </a:tblGrid>
              <a:tr h="630936">
                <a:tc>
                  <a:txBody>
                    <a:bodyPr>
                      <a:noAutofit/>
                    </a:bodyPr>
                    <a:lstStyle/>
                    <a:p>
                      <a:pPr algn="ctr"/>
                      <a:r>
                        <a:rPr sz="1800" b="1" lang="ja-JP">
                          <a:solidFill>
                            <a:srgbClr val="000000"/>
                          </a:solidFill>
                          <a:latin typeface="Arial"/>
                          <a:ea typeface="ＭＳ Ｐゴシック"/>
                          <a:cs typeface="ＭＳ Ｐゴシック"/>
                        </a:rPr>
                        <a:t>対象</a:t>
                      </a:r>
                    </a:p>
                  </a:txBody>
                  <a:tcPr marL="76200" marR="76200" marT="47625" marB="47625" anchor="ctr">
                    <a:solidFill>
                      <a:srgbClr val="F3F3F3"/>
                    </a:solidFill>
                  </a:tcPr>
                </a:tc>
                <a:tc>
                  <a:txBody>
                    <a:bodyPr>
                      <a:noAutofit/>
                    </a:bodyPr>
                    <a:lstStyle/>
                    <a:p>
                      <a:pPr algn="ctr"/>
                      <a:r>
                        <a:rPr sz="1800" b="1" lang="ja-JP">
                          <a:solidFill>
                            <a:srgbClr val="000000"/>
                          </a:solidFill>
                          <a:latin typeface="Arial"/>
                          <a:ea typeface="ＭＳ Ｐゴシック"/>
                          <a:cs typeface="ＭＳ Ｐゴシック"/>
                        </a:rPr>
                        <a:t>例</a:t>
                      </a:r>
                    </a:p>
                  </a:txBody>
                  <a:tcPr marL="76200" marR="76200" marT="47625" marB="47625" anchor="ctr">
                    <a:solidFill>
                      <a:srgbClr val="F3F3F3"/>
                    </a:solidFill>
                  </a:tcPr>
                </a:tc>
                <a:tc>
                  <a:txBody>
                    <a:bodyPr>
                      <a:noAutofit/>
                    </a:bodyPr>
                    <a:lstStyle/>
                    <a:p>
                      <a:pPr algn="ctr"/>
                      <a:r>
                        <a:rPr sz="1800" b="1" lang="ja-JP">
                          <a:solidFill>
                            <a:srgbClr val="000000"/>
                          </a:solidFill>
                          <a:latin typeface="Arial"/>
                          <a:ea typeface="ＭＳ Ｐゴシック"/>
                          <a:cs typeface="ＭＳ Ｐゴシック"/>
                        </a:rPr>
                        <a:t>注意点</a:t>
                      </a:r>
                    </a:p>
                  </a:txBody>
                  <a:tcPr marL="76200" marR="76200" marT="47625" marB="47625" anchor="ctr">
                    <a:solidFill>
                      <a:srgbClr val="F3F3F3"/>
                    </a:solidFill>
                  </a:tcPr>
                </a:tc>
              </a:tr>
              <a:tr h="630936">
                <a:tc>
                  <a:txBody>
                    <a:bodyPr>
                      <a:noAutofit/>
                    </a:bodyPr>
                    <a:lstStyle/>
                    <a:p>
                      <a:pPr algn="ctr"/>
                      <a:r>
                        <a:rPr sz="1800" b="0" lang="ja-JP">
                          <a:solidFill>
                            <a:srgbClr val="404040"/>
                          </a:solidFill>
                          <a:latin typeface="Arial"/>
                          <a:ea typeface="ＭＳ Ｐゴシック"/>
                          <a:cs typeface="ＭＳ Ｐゴシック"/>
                        </a:rPr>
                        <a:t>入力データ</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特徴量の尺度を揃える</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訓練データで変換を学ぶ</a:t>
                      </a:r>
                    </a:p>
                  </a:txBody>
                  <a:tcPr marL="76200" marR="76200" marT="47625" marB="47625" anchor="ctr">
                    <a:solidFill>
                      <a:srgbClr val="FFFFFF"/>
                    </a:solidFill>
                  </a:tcPr>
                </a:tc>
              </a:tr>
              <a:tr h="630936">
                <a:tc>
                  <a:txBody>
                    <a:bodyPr>
                      <a:noAutofit/>
                    </a:bodyPr>
                    <a:lstStyle/>
                    <a:p>
                      <a:pPr algn="ctr"/>
                      <a:r>
                        <a:rPr sz="1800" b="0" lang="ja-JP">
                          <a:solidFill>
                            <a:srgbClr val="404040"/>
                          </a:solidFill>
                          <a:latin typeface="Arial"/>
                          <a:ea typeface="ＭＳ Ｐゴシック"/>
                          <a:cs typeface="ＭＳ Ｐゴシック"/>
                        </a:rPr>
                        <a:t>層の出力</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Batch Normalization</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学習時と推論時の動作を区別する</a:t>
                      </a:r>
                    </a:p>
                  </a:txBody>
                  <a:tcPr marL="76200" marR="76200" marT="47625" marB="47625" anchor="ctr">
                    <a:solidFill>
                      <a:srgbClr val="FFFFFF"/>
                    </a:solidFill>
                  </a:tcPr>
                </a:tc>
              </a:tr>
            </a:tbl>
          </a:graphicData>
        </a:graphic>
      </p:graphicFrame>
      <p:sp>
        <p:nvSpPr>
          <p:cNvPr id="3" name="参照：PyTorch">
            <a:extLst xmlns:a="http://schemas.openxmlformats.org/drawingml/2006/main">
              <a:ext uri="{FF2B5EF4-FFF2-40B4-BE49-F238E27FC236}">
                <a16:creationId xmlns:a16="http://schemas.microsoft.com/office/drawing/2014/main" id="{E464FBC0-2692-47F4-ADBE-C4CA15663E04}"/>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参照：PyTorch</a:t>
            </a:r>
          </a:p>
        </p:txBody>
      </p:sp>
      <p:sp>
        <p:nvSpPr>
          <p:cNvPr id="4" name="第6回　17">
            <a:extLst xmlns:a="http://schemas.openxmlformats.org/drawingml/2006/main">
              <a:ext uri="{FF2B5EF4-FFF2-40B4-BE49-F238E27FC236}">
                <a16:creationId xmlns:a16="http://schemas.microsoft.com/office/drawing/2014/main" id="{5914CA4C-25A5-42E9-B8D3-F35651F3389E}"/>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第6回　17</a:t>
            </a:r>
          </a:p>
        </p:txBody>
      </p:sp>
    </p:spTree>
    <p:extLst>
      <p:ext uri="{BB962C8B-B14F-4D97-AF65-F5344CB8AC3E}">
        <p14:creationId xmlns:p14="http://schemas.microsoft.com/office/powerpoint/2010/main" val="576899991"/>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学習不足の可能性">
            <a:extLst xmlns:a="http://schemas.openxmlformats.org/drawingml/2006/main">
              <a:ext uri="{FF2B5EF4-FFF2-40B4-BE49-F238E27FC236}">
                <a16:creationId xmlns:a16="http://schemas.microsoft.com/office/drawing/2014/main" id="{E04654A9-45E7-4EE7-9C0C-F4ED60ACD058}"/>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学習不足の可能性</a:t>
            </a:r>
          </a:p>
        </p:txBody>
      </p:sp>
      <p:sp>
        <p:nvSpPr>
          <p:cNvPr id="2" name="">
            <a:extLst xmlns:a="http://schemas.openxmlformats.org/drawingml/2006/main">
              <a:ext uri="{FF2B5EF4-FFF2-40B4-BE49-F238E27FC236}">
                <a16:creationId xmlns:a16="http://schemas.microsoft.com/office/drawing/2014/main" id="{EBE3A216-663C-4E6C-8C1F-49B35F9F1172}"/>
              </a:ext>
            </a:extLst>
          </p:cNvPr>
          <p:cNvSpPr>
            <a:spLocks xmlns:a="http://schemas.openxmlformats.org/drawingml/2006/main" noGrp="1"/>
          </p:cNvSpPr>
          <p:nvPr/>
        </p:nvSpPr>
        <p:spPr>
          <a:xfrm xmlns:a="http://schemas.openxmlformats.org/drawingml/2006/main">
            <a:off x="502920" y="1207008"/>
            <a:ext cx="8229600" cy="2926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訓練と検証の両方で性能が低い場合がある．</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モデルの表現力，学習時間，データの情報を確認する．</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正則化を強くすることだけが改善策ではない．</a:t>
            </a:r>
          </a:p>
        </p:txBody>
      </p:sp>
      <p:sp>
        <p:nvSpPr>
          <p:cNvPr id="3" name="参照：TensorFlow">
            <a:extLst xmlns:a="http://schemas.openxmlformats.org/drawingml/2006/main">
              <a:ext uri="{FF2B5EF4-FFF2-40B4-BE49-F238E27FC236}">
                <a16:creationId xmlns:a16="http://schemas.microsoft.com/office/drawing/2014/main" id="{9B99DAE7-8042-4644-9039-D25F2FAA98AB}"/>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参照：TensorFlow</a:t>
            </a:r>
          </a:p>
        </p:txBody>
      </p:sp>
      <p:sp>
        <p:nvSpPr>
          <p:cNvPr id="4" name="第6回　18">
            <a:extLst xmlns:a="http://schemas.openxmlformats.org/drawingml/2006/main">
              <a:ext uri="{FF2B5EF4-FFF2-40B4-BE49-F238E27FC236}">
                <a16:creationId xmlns:a16="http://schemas.microsoft.com/office/drawing/2014/main" id="{5DA4D686-9D88-4362-862E-AF61B00E3BAD}"/>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第6回　18</a:t>
            </a:r>
          </a:p>
        </p:txBody>
      </p:sp>
    </p:spTree>
    <p:extLst>
      <p:ext uri="{BB962C8B-B14F-4D97-AF65-F5344CB8AC3E}">
        <p14:creationId xmlns:p14="http://schemas.microsoft.com/office/powerpoint/2010/main" val="1963897517"/>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転移学習の基本">
            <a:extLst xmlns:a="http://schemas.openxmlformats.org/drawingml/2006/main">
              <a:ext uri="{FF2B5EF4-FFF2-40B4-BE49-F238E27FC236}">
                <a16:creationId xmlns:a16="http://schemas.microsoft.com/office/drawing/2014/main" id="{03ABE204-7FF5-4E13-A1AF-10838B109A68}"/>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転移学習の基本</a:t>
            </a:r>
          </a:p>
        </p:txBody>
      </p:sp>
      <p:sp>
        <p:nvSpPr>
          <p:cNvPr id="2" name="既存の課題で&#10;学習済みのモデル">
            <a:extLst xmlns:a="http://schemas.openxmlformats.org/drawingml/2006/main">
              <a:ext uri="{FF2B5EF4-FFF2-40B4-BE49-F238E27FC236}">
                <a16:creationId xmlns:a16="http://schemas.microsoft.com/office/drawing/2014/main" id="{99873DE0-E60F-4FFD-8DFD-98D7D2EA9301}"/>
              </a:ext>
            </a:extLst>
          </p:cNvPr>
          <p:cNvSpPr>
            <a:spLocks xmlns:a="http://schemas.openxmlformats.org/drawingml/2006/main" noGrp="1"/>
          </p:cNvSpPr>
          <p:nvPr/>
        </p:nvSpPr>
        <p:spPr>
          <a:xfrm xmlns:a="http://schemas.openxmlformats.org/drawingml/2006/main">
            <a:off x="594360" y="1828800"/>
            <a:ext cx="2304288" cy="960120"/>
          </a:xfrm>
          <a:prstGeom xmlns:a="http://schemas.openxmlformats.org/drawingml/2006/main" prst="rect">
            <a:avLst/>
          </a:prstGeom>
          <a:solidFill xmlns:a="http://schemas.openxmlformats.org/drawingml/2006/main">
            <a:srgbClr val="FFFFFF"/>
          </a:solidFill>
          <a:ln xmlns:a="http://schemas.openxmlformats.org/drawingml/2006/main" w="9525">
            <a:solidFill>
              <a:srgbClr val="B8B8B8"/>
            </a:solidFill>
          </a:ln>
        </p:spPr>
        <p:txBody>
          <a:bodyPr xmlns:a="http://schemas.openxmlformats.org/drawingml/2006/main" wrap="square" lIns="66675" tIns="38100" rIns="66675" bIns="38100" anchor="ctr">
            <a:noAutofit/>
          </a:bodyPr>
          <a:lstStyle xmlns:a="http://schemas.openxmlformats.org/drawingml/2006/main"/>
          <a:p xmlns:a="http://schemas.openxmlformats.org/drawingml/2006/main">
            <a:pPr algn="ctr">
              <a:defRPr sz="2000" lang="ja-JP">
                <a:solidFill>
                  <a:srgbClr val="404040"/>
                </a:solidFill>
                <a:latin typeface="Arial"/>
                <a:ea typeface="ＭＳ Ｐゴシック"/>
                <a:cs typeface="ＭＳ Ｐゴシック"/>
              </a:defRPr>
            </a:pPr>
            <a:r>
              <a:rPr sz="2000" lang="ja-JP">
                <a:solidFill>
                  <a:srgbClr val="404040"/>
                </a:solidFill>
                <a:latin typeface="Arial"/>
                <a:ea typeface="ＭＳ Ｐゴシック"/>
                <a:cs typeface="ＭＳ Ｐゴシック"/>
              </a:rPr>
              <a:t>既存の課題で</a:t>
            </a:r>
          </a:p>
          <a:p xmlns:a="http://schemas.openxmlformats.org/drawingml/2006/main">
            <a:pPr algn="ctr">
              <a:defRPr sz="2000" lang="ja-JP">
                <a:solidFill>
                  <a:srgbClr val="404040"/>
                </a:solidFill>
                <a:latin typeface="Arial"/>
                <a:ea typeface="ＭＳ Ｐゴシック"/>
                <a:cs typeface="ＭＳ Ｐゴシック"/>
              </a:defRPr>
            </a:pPr>
            <a:r>
              <a:rPr sz="2000" lang="ja-JP">
                <a:solidFill>
                  <a:srgbClr val="404040"/>
                </a:solidFill>
                <a:latin typeface="Arial"/>
                <a:ea typeface="ＭＳ Ｐゴシック"/>
                <a:cs typeface="ＭＳ Ｐゴシック"/>
              </a:rPr>
              <a:t>学習済みのモデル</a:t>
            </a:r>
          </a:p>
        </p:txBody>
      </p:sp>
      <p:sp>
        <p:nvSpPr>
          <p:cNvPr id="3" name="新しい課題に&#10;合う出力を加える">
            <a:extLst xmlns:a="http://schemas.openxmlformats.org/drawingml/2006/main">
              <a:ext uri="{FF2B5EF4-FFF2-40B4-BE49-F238E27FC236}">
                <a16:creationId xmlns:a16="http://schemas.microsoft.com/office/drawing/2014/main" id="{1BEB2EDC-EDFD-4B02-B265-3B8125EEFBF1}"/>
              </a:ext>
            </a:extLst>
          </p:cNvPr>
          <p:cNvSpPr>
            <a:spLocks xmlns:a="http://schemas.openxmlformats.org/drawingml/2006/main" noGrp="1"/>
          </p:cNvSpPr>
          <p:nvPr/>
        </p:nvSpPr>
        <p:spPr>
          <a:xfrm xmlns:a="http://schemas.openxmlformats.org/drawingml/2006/main">
            <a:off x="3246120" y="1828800"/>
            <a:ext cx="2304288" cy="960120"/>
          </a:xfrm>
          <a:prstGeom xmlns:a="http://schemas.openxmlformats.org/drawingml/2006/main" prst="rect">
            <a:avLst/>
          </a:prstGeom>
          <a:solidFill xmlns:a="http://schemas.openxmlformats.org/drawingml/2006/main">
            <a:srgbClr val="FFFFFF"/>
          </a:solidFill>
          <a:ln xmlns:a="http://schemas.openxmlformats.org/drawingml/2006/main" w="9525">
            <a:solidFill>
              <a:srgbClr val="B8B8B8"/>
            </a:solidFill>
          </a:ln>
        </p:spPr>
        <p:txBody>
          <a:bodyPr xmlns:a="http://schemas.openxmlformats.org/drawingml/2006/main" wrap="square" lIns="66675" tIns="38100" rIns="66675" bIns="38100" anchor="ctr">
            <a:noAutofit/>
          </a:bodyPr>
          <a:lstStyle xmlns:a="http://schemas.openxmlformats.org/drawingml/2006/main"/>
          <a:p xmlns:a="http://schemas.openxmlformats.org/drawingml/2006/main">
            <a:pPr algn="ctr">
              <a:defRPr sz="2000" lang="ja-JP">
                <a:solidFill>
                  <a:srgbClr val="404040"/>
                </a:solidFill>
                <a:latin typeface="Arial"/>
                <a:ea typeface="ＭＳ Ｐゴシック"/>
                <a:cs typeface="ＭＳ Ｐゴシック"/>
              </a:defRPr>
            </a:pPr>
            <a:r>
              <a:rPr sz="2000" lang="ja-JP">
                <a:solidFill>
                  <a:srgbClr val="404040"/>
                </a:solidFill>
                <a:latin typeface="Arial"/>
                <a:ea typeface="ＭＳ Ｐゴシック"/>
                <a:cs typeface="ＭＳ Ｐゴシック"/>
              </a:rPr>
              <a:t>新しい課題に</a:t>
            </a:r>
          </a:p>
          <a:p xmlns:a="http://schemas.openxmlformats.org/drawingml/2006/main">
            <a:pPr algn="ctr">
              <a:defRPr sz="2000" lang="ja-JP">
                <a:solidFill>
                  <a:srgbClr val="404040"/>
                </a:solidFill>
                <a:latin typeface="Arial"/>
                <a:ea typeface="ＭＳ Ｐゴシック"/>
                <a:cs typeface="ＭＳ Ｐゴシック"/>
              </a:defRPr>
            </a:pPr>
            <a:r>
              <a:rPr sz="2000" lang="ja-JP">
                <a:solidFill>
                  <a:srgbClr val="404040"/>
                </a:solidFill>
                <a:latin typeface="Arial"/>
                <a:ea typeface="ＭＳ Ｐゴシック"/>
                <a:cs typeface="ＭＳ Ｐゴシック"/>
              </a:rPr>
              <a:t>合う出力を加える</a:t>
            </a:r>
          </a:p>
        </p:txBody>
      </p:sp>
      <p:sp>
        <p:nvSpPr>
          <p:cNvPr id="4" name="必要に応じて&#10;追加で学習">
            <a:extLst xmlns:a="http://schemas.openxmlformats.org/drawingml/2006/main">
              <a:ext uri="{FF2B5EF4-FFF2-40B4-BE49-F238E27FC236}">
                <a16:creationId xmlns:a16="http://schemas.microsoft.com/office/drawing/2014/main" id="{682611A3-DADB-404A-8E3B-15C31F69CD35}"/>
              </a:ext>
            </a:extLst>
          </p:cNvPr>
          <p:cNvSpPr>
            <a:spLocks xmlns:a="http://schemas.openxmlformats.org/drawingml/2006/main" noGrp="1"/>
          </p:cNvSpPr>
          <p:nvPr/>
        </p:nvSpPr>
        <p:spPr>
          <a:xfrm xmlns:a="http://schemas.openxmlformats.org/drawingml/2006/main">
            <a:off x="5897880" y="1828800"/>
            <a:ext cx="2304288" cy="960120"/>
          </a:xfrm>
          <a:prstGeom xmlns:a="http://schemas.openxmlformats.org/drawingml/2006/main" prst="rect">
            <a:avLst/>
          </a:prstGeom>
          <a:solidFill xmlns:a="http://schemas.openxmlformats.org/drawingml/2006/main">
            <a:srgbClr val="FFFFFF"/>
          </a:solidFill>
          <a:ln xmlns:a="http://schemas.openxmlformats.org/drawingml/2006/main" w="9525">
            <a:solidFill>
              <a:srgbClr val="B8B8B8"/>
            </a:solidFill>
          </a:ln>
        </p:spPr>
        <p:txBody>
          <a:bodyPr xmlns:a="http://schemas.openxmlformats.org/drawingml/2006/main" wrap="square" lIns="66675" tIns="38100" rIns="66675" bIns="38100" anchor="ctr">
            <a:noAutofit/>
          </a:bodyPr>
          <a:lstStyle xmlns:a="http://schemas.openxmlformats.org/drawingml/2006/main"/>
          <a:p xmlns:a="http://schemas.openxmlformats.org/drawingml/2006/main">
            <a:pPr algn="ctr">
              <a:defRPr sz="2000" lang="ja-JP">
                <a:solidFill>
                  <a:srgbClr val="404040"/>
                </a:solidFill>
                <a:latin typeface="Arial"/>
                <a:ea typeface="ＭＳ Ｐゴシック"/>
                <a:cs typeface="ＭＳ Ｐゴシック"/>
              </a:defRPr>
            </a:pPr>
            <a:r>
              <a:rPr sz="2000" lang="ja-JP">
                <a:solidFill>
                  <a:srgbClr val="404040"/>
                </a:solidFill>
                <a:latin typeface="Arial"/>
                <a:ea typeface="ＭＳ Ｐゴシック"/>
                <a:cs typeface="ＭＳ Ｐゴシック"/>
              </a:rPr>
              <a:t>必要に応じて</a:t>
            </a:r>
          </a:p>
          <a:p xmlns:a="http://schemas.openxmlformats.org/drawingml/2006/main">
            <a:pPr algn="ctr">
              <a:defRPr sz="2000" lang="ja-JP">
                <a:solidFill>
                  <a:srgbClr val="404040"/>
                </a:solidFill>
                <a:latin typeface="Arial"/>
                <a:ea typeface="ＭＳ Ｐゴシック"/>
                <a:cs typeface="ＭＳ Ｐゴシック"/>
              </a:defRPr>
            </a:pPr>
            <a:r>
              <a:rPr sz="2000" lang="ja-JP">
                <a:solidFill>
                  <a:srgbClr val="404040"/>
                </a:solidFill>
                <a:latin typeface="Arial"/>
                <a:ea typeface="ＭＳ Ｐゴシック"/>
                <a:cs typeface="ＭＳ Ｐゴシック"/>
              </a:rPr>
              <a:t>追加で学習</a:t>
            </a:r>
          </a:p>
        </p:txBody>
      </p:sp>
      <p:cxnSp>
        <p:nvCxnSpPr>
          <p:cNvPr id="13" name=""/>
          <p:cNvCxnSpPr>
            <a:stCxn xmlns:a="http://schemas.openxmlformats.org/drawingml/2006/main" id="2" idx="3"/>
            <a:endCxn xmlns:a="http://schemas.openxmlformats.org/drawingml/2006/main" id="3" idx="1"/>
          </p:cNvCxnSpPr>
          <p:nvPr/>
        </p:nvCxnSpPr>
        <p:spPr>
          <a:xfrm xmlns:a="http://schemas.openxmlformats.org/drawingml/2006/main">
            <a:off x="2898648" y="2308860"/>
            <a:ext cx="347472" cy="0"/>
          </a:xfrm>
          <a:prstGeom xmlns:a="http://schemas.openxmlformats.org/drawingml/2006/main" prst="straightConnector1">
            <a:avLst/>
          </a:prstGeom>
          <a:ln xmlns:a="http://schemas.openxmlformats.org/drawingml/2006/main" w="16193">
            <a:solidFill>
              <a:srgbClr val="707070"/>
            </a:solidFill>
            <a:tailEnd type="triangle" w="sm" len="sm"/>
          </a:ln>
        </p:spPr>
      </p:cxnSp>
      <p:cxnSp>
        <p:nvCxnSpPr>
          <p:cNvPr id="14" name=""/>
          <p:cNvCxnSpPr>
            <a:stCxn xmlns:a="http://schemas.openxmlformats.org/drawingml/2006/main" id="3" idx="3"/>
            <a:endCxn xmlns:a="http://schemas.openxmlformats.org/drawingml/2006/main" id="4" idx="1"/>
          </p:cNvCxnSpPr>
          <p:nvPr/>
        </p:nvCxnSpPr>
        <p:spPr>
          <a:xfrm xmlns:a="http://schemas.openxmlformats.org/drawingml/2006/main">
            <a:off x="5550408" y="2308860"/>
            <a:ext cx="347472" cy="0"/>
          </a:xfrm>
          <a:prstGeom xmlns:a="http://schemas.openxmlformats.org/drawingml/2006/main" prst="straightConnector1">
            <a:avLst/>
          </a:prstGeom>
          <a:ln xmlns:a="http://schemas.openxmlformats.org/drawingml/2006/main" w="16193">
            <a:solidFill>
              <a:srgbClr val="707070"/>
            </a:solidFill>
            <a:tailEnd type="triangle" w="sm" len="sm"/>
          </a:ln>
        </p:spPr>
      </p:cxnSp>
      <p:sp>
        <p:nvSpPr>
          <p:cNvPr id="7" name="参照：TensorFlow">
            <a:extLst xmlns:a="http://schemas.openxmlformats.org/drawingml/2006/main">
              <a:ext uri="{FF2B5EF4-FFF2-40B4-BE49-F238E27FC236}">
                <a16:creationId xmlns:a16="http://schemas.microsoft.com/office/drawing/2014/main" id="{2FC48A57-7B02-4164-80CD-52C635E03B72}"/>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参照：TensorFlow</a:t>
            </a:r>
          </a:p>
        </p:txBody>
      </p:sp>
      <p:sp>
        <p:nvSpPr>
          <p:cNvPr id="8" name="第6回　19">
            <a:extLst xmlns:a="http://schemas.openxmlformats.org/drawingml/2006/main">
              <a:ext uri="{FF2B5EF4-FFF2-40B4-BE49-F238E27FC236}">
                <a16:creationId xmlns:a16="http://schemas.microsoft.com/office/drawing/2014/main" id="{673B4982-AB63-495A-9615-57B59BAF1D88}"/>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第6回　19</a:t>
            </a:r>
          </a:p>
        </p:txBody>
      </p:sp>
    </p:spTree>
    <p:extLst>
      <p:ext uri="{BB962C8B-B14F-4D97-AF65-F5344CB8AC3E}">
        <p14:creationId xmlns:p14="http://schemas.microsoft.com/office/powerpoint/2010/main" val="1885922637"/>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転移学習とファインチューニング">
            <a:extLst xmlns:a="http://schemas.openxmlformats.org/drawingml/2006/main">
              <a:ext uri="{FF2B5EF4-FFF2-40B4-BE49-F238E27FC236}">
                <a16:creationId xmlns:a16="http://schemas.microsoft.com/office/drawing/2014/main" id="{5A95154B-8F43-44A2-98D2-393D9A0D5FDC}"/>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転移学習とファインチューニング</a:t>
            </a:r>
          </a:p>
        </p:txBody>
      </p:sp>
      <p:graphicFrame>
        <p:nvGraphicFramePr>
          <p:cNvPr id="6" name=""/>
          <p:cNvGraphicFramePr/>
          <p:nvPr/>
        </p:nvGraphicFramePr>
        <p:xfrm>
          <a:off xmlns:a="http://schemas.openxmlformats.org/drawingml/2006/main" x="365760" y="1243584"/>
          <a:ext xmlns:a="http://schemas.openxmlformats.org/drawingml/2006/main" cx="8366760" cy="1892808"/>
        </p:xfrm>
        <a:graphic xmlns:a="http://schemas.openxmlformats.org/drawingml/2006/main">
          <a:graphicData uri="http://schemas.openxmlformats.org/drawingml/2006/table">
            <a:tbl>
              <a:tblPr firstRow="0" bandRow="0"/>
              <a:tblGrid>
                <a:gridCol w="4183380"/>
                <a:gridCol w="4183380"/>
              </a:tblGrid>
              <a:tr h="630936">
                <a:tc>
                  <a:txBody>
                    <a:bodyPr>
                      <a:noAutofit/>
                    </a:bodyPr>
                    <a:lstStyle/>
                    <a:p>
                      <a:pPr algn="ctr"/>
                      <a:r>
                        <a:rPr sz="1800" b="1" lang="ja-JP">
                          <a:solidFill>
                            <a:srgbClr val="000000"/>
                          </a:solidFill>
                          <a:latin typeface="Arial"/>
                          <a:ea typeface="ＭＳ Ｐゴシック"/>
                          <a:cs typeface="ＭＳ Ｐゴシック"/>
                        </a:rPr>
                        <a:t>進め方</a:t>
                      </a:r>
                    </a:p>
                  </a:txBody>
                  <a:tcPr marL="76200" marR="76200" marT="47625" marB="47625" anchor="ctr">
                    <a:solidFill>
                      <a:srgbClr val="F3F3F3"/>
                    </a:solidFill>
                  </a:tcPr>
                </a:tc>
                <a:tc>
                  <a:txBody>
                    <a:bodyPr>
                      <a:noAutofit/>
                    </a:bodyPr>
                    <a:lstStyle/>
                    <a:p>
                      <a:pPr algn="ctr"/>
                      <a:r>
                        <a:rPr sz="1800" b="1" lang="ja-JP">
                          <a:solidFill>
                            <a:srgbClr val="000000"/>
                          </a:solidFill>
                          <a:latin typeface="Arial"/>
                          <a:ea typeface="ＭＳ Ｐゴシック"/>
                          <a:cs typeface="ＭＳ Ｐゴシック"/>
                        </a:rPr>
                        <a:t>更新する部分</a:t>
                      </a:r>
                    </a:p>
                  </a:txBody>
                  <a:tcPr marL="76200" marR="76200" marT="47625" marB="47625" anchor="ctr">
                    <a:solidFill>
                      <a:srgbClr val="F3F3F3"/>
                    </a:solidFill>
                  </a:tcPr>
                </a:tc>
              </a:tr>
              <a:tr h="630936">
                <a:tc>
                  <a:txBody>
                    <a:bodyPr>
                      <a:noAutofit/>
                    </a:bodyPr>
                    <a:lstStyle/>
                    <a:p>
                      <a:pPr algn="ctr"/>
                      <a:r>
                        <a:rPr sz="1800" b="0" lang="ja-JP">
                          <a:solidFill>
                            <a:srgbClr val="404040"/>
                          </a:solidFill>
                          <a:latin typeface="Arial"/>
                          <a:ea typeface="ＭＳ Ｐゴシック"/>
                          <a:cs typeface="ＭＳ Ｐゴシック"/>
                        </a:rPr>
                        <a:t>特徴抽出器として使う</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主に新しい出力側</a:t>
                      </a:r>
                    </a:p>
                  </a:txBody>
                  <a:tcPr marL="76200" marR="76200" marT="47625" marB="47625" anchor="ctr">
                    <a:solidFill>
                      <a:srgbClr val="FFFFFF"/>
                    </a:solidFill>
                  </a:tcPr>
                </a:tc>
              </a:tr>
              <a:tr h="630936">
                <a:tc>
                  <a:txBody>
                    <a:bodyPr>
                      <a:noAutofit/>
                    </a:bodyPr>
                    <a:lstStyle/>
                    <a:p>
                      <a:pPr algn="ctr"/>
                      <a:r>
                        <a:rPr sz="1800" b="0" lang="ja-JP">
                          <a:solidFill>
                            <a:srgbClr val="404040"/>
                          </a:solidFill>
                          <a:latin typeface="Arial"/>
                          <a:ea typeface="ＭＳ Ｐゴシック"/>
                          <a:cs typeface="ＭＳ Ｐゴシック"/>
                        </a:rPr>
                        <a:t>ファインチューニング</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出力側に加え，既存の一部または全体</a:t>
                      </a:r>
                    </a:p>
                  </a:txBody>
                  <a:tcPr marL="76200" marR="76200" marT="47625" marB="47625" anchor="ctr">
                    <a:solidFill>
                      <a:srgbClr val="FFFFFF"/>
                    </a:solidFill>
                  </a:tcPr>
                </a:tc>
              </a:tr>
            </a:tbl>
          </a:graphicData>
        </a:graphic>
      </p:graphicFrame>
      <p:sp>
        <p:nvSpPr>
          <p:cNvPr id="3" name="参照：TensorFlow">
            <a:extLst xmlns:a="http://schemas.openxmlformats.org/drawingml/2006/main">
              <a:ext uri="{FF2B5EF4-FFF2-40B4-BE49-F238E27FC236}">
                <a16:creationId xmlns:a16="http://schemas.microsoft.com/office/drawing/2014/main" id="{839F7DAA-7DFD-4499-A5C9-31424C93F23D}"/>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参照：TensorFlow</a:t>
            </a:r>
          </a:p>
        </p:txBody>
      </p:sp>
      <p:sp>
        <p:nvSpPr>
          <p:cNvPr id="4" name="第6回　20">
            <a:extLst xmlns:a="http://schemas.openxmlformats.org/drawingml/2006/main">
              <a:ext uri="{FF2B5EF4-FFF2-40B4-BE49-F238E27FC236}">
                <a16:creationId xmlns:a16="http://schemas.microsoft.com/office/drawing/2014/main" id="{0E5E0AEE-20BD-4893-AAF8-37FCA7C05169}"/>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第6回　20</a:t>
            </a:r>
          </a:p>
        </p:txBody>
      </p:sp>
    </p:spTree>
    <p:extLst>
      <p:ext uri="{BB962C8B-B14F-4D97-AF65-F5344CB8AC3E}">
        <p14:creationId xmlns:p14="http://schemas.microsoft.com/office/powerpoint/2010/main" val="195065117"/>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CPU・GPUと計算資源">
            <a:extLst xmlns:a="http://schemas.openxmlformats.org/drawingml/2006/main">
              <a:ext uri="{FF2B5EF4-FFF2-40B4-BE49-F238E27FC236}">
                <a16:creationId xmlns:a16="http://schemas.microsoft.com/office/drawing/2014/main" id="{B91F512F-C666-4A9B-94D9-11358B53E4F1}"/>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CPU・GPUと計算資源</a:t>
            </a:r>
          </a:p>
        </p:txBody>
      </p:sp>
      <p:graphicFrame>
        <p:nvGraphicFramePr>
          <p:cNvPr id="6" name=""/>
          <p:cNvGraphicFramePr/>
          <p:nvPr/>
        </p:nvGraphicFramePr>
        <p:xfrm>
          <a:off xmlns:a="http://schemas.openxmlformats.org/drawingml/2006/main" x="365760" y="1243584"/>
          <a:ext xmlns:a="http://schemas.openxmlformats.org/drawingml/2006/main" cx="8366760" cy="2523744"/>
        </p:xfrm>
        <a:graphic xmlns:a="http://schemas.openxmlformats.org/drawingml/2006/main">
          <a:graphicData uri="http://schemas.openxmlformats.org/drawingml/2006/table">
            <a:tbl>
              <a:tblPr firstRow="0" bandRow="0"/>
              <a:tblGrid>
                <a:gridCol w="4183380"/>
                <a:gridCol w="4183380"/>
              </a:tblGrid>
              <a:tr h="630936">
                <a:tc>
                  <a:txBody>
                    <a:bodyPr>
                      <a:noAutofit/>
                    </a:bodyPr>
                    <a:lstStyle/>
                    <a:p>
                      <a:pPr algn="ctr"/>
                      <a:r>
                        <a:rPr sz="1800" b="1" lang="ja-JP">
                          <a:solidFill>
                            <a:srgbClr val="000000"/>
                          </a:solidFill>
                          <a:latin typeface="Arial"/>
                          <a:ea typeface="ＭＳ Ｐゴシック"/>
                          <a:cs typeface="ＭＳ Ｐゴシック"/>
                        </a:rPr>
                        <a:t>観点</a:t>
                      </a:r>
                    </a:p>
                  </a:txBody>
                  <a:tcPr marL="76200" marR="76200" marT="47625" marB="47625" anchor="ctr">
                    <a:solidFill>
                      <a:srgbClr val="F3F3F3"/>
                    </a:solidFill>
                  </a:tcPr>
                </a:tc>
                <a:tc>
                  <a:txBody>
                    <a:bodyPr>
                      <a:noAutofit/>
                    </a:bodyPr>
                    <a:lstStyle/>
                    <a:p>
                      <a:pPr algn="ctr"/>
                      <a:r>
                        <a:rPr sz="1800" b="1" lang="ja-JP">
                          <a:solidFill>
                            <a:srgbClr val="000000"/>
                          </a:solidFill>
                          <a:latin typeface="Arial"/>
                          <a:ea typeface="ＭＳ Ｐゴシック"/>
                          <a:cs typeface="ＭＳ Ｐゴシック"/>
                        </a:rPr>
                        <a:t>確認すること</a:t>
                      </a:r>
                    </a:p>
                  </a:txBody>
                  <a:tcPr marL="76200" marR="76200" marT="47625" marB="47625" anchor="ctr">
                    <a:solidFill>
                      <a:srgbClr val="F3F3F3"/>
                    </a:solidFill>
                  </a:tcPr>
                </a:tc>
              </a:tr>
              <a:tr h="630936">
                <a:tc>
                  <a:txBody>
                    <a:bodyPr>
                      <a:noAutofit/>
                    </a:bodyPr>
                    <a:lstStyle/>
                    <a:p>
                      <a:pPr algn="ctr"/>
                      <a:r>
                        <a:rPr sz="1800" b="0" lang="ja-JP">
                          <a:solidFill>
                            <a:srgbClr val="404040"/>
                          </a:solidFill>
                          <a:latin typeface="Arial"/>
                          <a:ea typeface="ＭＳ Ｐゴシック"/>
                          <a:cs typeface="ＭＳ Ｐゴシック"/>
                        </a:rPr>
                        <a:t>CPU</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一般的な処理やデータ準備</a:t>
                      </a:r>
                    </a:p>
                  </a:txBody>
                  <a:tcPr marL="76200" marR="76200" marT="47625" marB="47625" anchor="ctr">
                    <a:solidFill>
                      <a:srgbClr val="FFFFFF"/>
                    </a:solidFill>
                  </a:tcPr>
                </a:tc>
              </a:tr>
              <a:tr h="630936">
                <a:tc>
                  <a:txBody>
                    <a:bodyPr>
                      <a:noAutofit/>
                    </a:bodyPr>
                    <a:lstStyle/>
                    <a:p>
                      <a:pPr algn="ctr"/>
                      <a:r>
                        <a:rPr sz="1800" b="0" lang="ja-JP">
                          <a:solidFill>
                            <a:srgbClr val="404040"/>
                          </a:solidFill>
                          <a:latin typeface="Arial"/>
                          <a:ea typeface="ＭＳ Ｐゴシック"/>
                          <a:cs typeface="ＭＳ Ｐゴシック"/>
                        </a:rPr>
                        <a:t>GPU</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多数の計算を並列に実行</a:t>
                      </a:r>
                    </a:p>
                  </a:txBody>
                  <a:tcPr marL="76200" marR="76200" marT="47625" marB="47625" anchor="ctr">
                    <a:solidFill>
                      <a:srgbClr val="FFFFFF"/>
                    </a:solidFill>
                  </a:tcPr>
                </a:tc>
              </a:tr>
              <a:tr h="630936">
                <a:tc>
                  <a:txBody>
                    <a:bodyPr>
                      <a:noAutofit/>
                    </a:bodyPr>
                    <a:lstStyle/>
                    <a:p>
                      <a:pPr algn="ctr"/>
                      <a:r>
                        <a:rPr sz="1800" b="0" lang="ja-JP">
                          <a:solidFill>
                            <a:srgbClr val="404040"/>
                          </a:solidFill>
                          <a:latin typeface="Arial"/>
                          <a:ea typeface="ＭＳ Ｐゴシック"/>
                          <a:cs typeface="ＭＳ Ｐゴシック"/>
                        </a:rPr>
                        <a:t>メモリ・転送</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モデルとバッチが収まるか，転送がボトルネックか</a:t>
                      </a:r>
                    </a:p>
                  </a:txBody>
                  <a:tcPr marL="76200" marR="76200" marT="47625" marB="47625" anchor="ctr">
                    <a:solidFill>
                      <a:srgbClr val="FFFFFF"/>
                    </a:solidFill>
                  </a:tcPr>
                </a:tc>
              </a:tr>
            </a:tbl>
          </a:graphicData>
        </a:graphic>
      </p:graphicFrame>
      <p:sp>
        <p:nvSpPr>
          <p:cNvPr id="3" name="参照：NVIDIA">
            <a:extLst xmlns:a="http://schemas.openxmlformats.org/drawingml/2006/main">
              <a:ext uri="{FF2B5EF4-FFF2-40B4-BE49-F238E27FC236}">
                <a16:creationId xmlns:a16="http://schemas.microsoft.com/office/drawing/2014/main" id="{0D89FDD0-DA62-416A-B936-5BB617E1B15C}"/>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参照：NVIDIA</a:t>
            </a:r>
          </a:p>
        </p:txBody>
      </p:sp>
      <p:sp>
        <p:nvSpPr>
          <p:cNvPr id="4" name="第6回　21">
            <a:extLst xmlns:a="http://schemas.openxmlformats.org/drawingml/2006/main">
              <a:ext uri="{FF2B5EF4-FFF2-40B4-BE49-F238E27FC236}">
                <a16:creationId xmlns:a16="http://schemas.microsoft.com/office/drawing/2014/main" id="{27BBF2A2-27B0-46CA-8C88-6B9A96F0564D}"/>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第6回　21</a:t>
            </a:r>
          </a:p>
        </p:txBody>
      </p:sp>
    </p:spTree>
    <p:extLst>
      <p:ext uri="{BB962C8B-B14F-4D97-AF65-F5344CB8AC3E}">
        <p14:creationId xmlns:p14="http://schemas.microsoft.com/office/powerpoint/2010/main" val="280623574"/>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比較実験の記録">
            <a:extLst xmlns:a="http://schemas.openxmlformats.org/drawingml/2006/main">
              <a:ext uri="{FF2B5EF4-FFF2-40B4-BE49-F238E27FC236}">
                <a16:creationId xmlns:a16="http://schemas.microsoft.com/office/drawing/2014/main" id="{0A4F700F-8B92-48E3-8B65-1B0EC8D987E5}"/>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比較実験の記録</a:t>
            </a:r>
          </a:p>
        </p:txBody>
      </p:sp>
      <p:sp>
        <p:nvSpPr>
          <p:cNvPr id="2" name="">
            <a:extLst xmlns:a="http://schemas.openxmlformats.org/drawingml/2006/main">
              <a:ext uri="{FF2B5EF4-FFF2-40B4-BE49-F238E27FC236}">
                <a16:creationId xmlns:a16="http://schemas.microsoft.com/office/drawing/2014/main" id="{1E5C3779-4EDC-4592-B720-32CDFDE2740E}"/>
              </a:ext>
            </a:extLst>
          </p:cNvPr>
          <p:cNvSpPr>
            <a:spLocks xmlns:a="http://schemas.openxmlformats.org/drawingml/2006/main" noGrp="1"/>
          </p:cNvSpPr>
          <p:nvPr/>
        </p:nvSpPr>
        <p:spPr>
          <a:xfrm xmlns:a="http://schemas.openxmlformats.org/drawingml/2006/main">
            <a:off x="502920" y="1207008"/>
            <a:ext cx="8229600" cy="2926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データ分割と評価指標を揃える．</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変更した設定と結果を記録する．</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テストデータは最後の確認に使う．</a:t>
            </a:r>
          </a:p>
        </p:txBody>
      </p:sp>
      <p:sp>
        <p:nvSpPr>
          <p:cNvPr id="3" name="改善した理由を説明できる比較にする．">
            <a:extLst xmlns:a="http://schemas.openxmlformats.org/drawingml/2006/main">
              <a:ext uri="{FF2B5EF4-FFF2-40B4-BE49-F238E27FC236}">
                <a16:creationId xmlns:a16="http://schemas.microsoft.com/office/drawing/2014/main" id="{257C91B5-0BBF-4AE5-8818-E66E30EB6D1D}"/>
              </a:ext>
            </a:extLst>
          </p:cNvPr>
          <p:cNvSpPr>
            <a:spLocks xmlns:a="http://schemas.openxmlformats.org/drawingml/2006/main" noGrp="1"/>
          </p:cNvSpPr>
          <p:nvPr/>
        </p:nvSpPr>
        <p:spPr>
          <a:xfrm xmlns:a="http://schemas.openxmlformats.org/drawingml/2006/main">
            <a:off x="502920" y="4407408"/>
            <a:ext cx="8229600" cy="3840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00" b="0" lang="ja-JP">
                <a:solidFill>
                  <a:srgbClr val="FF0000"/>
                </a:solidFill>
                <a:latin typeface="Arial"/>
                <a:ea typeface="ＭＳ Ｐゴシック"/>
                <a:cs typeface="ＭＳ Ｐゴシック"/>
              </a:defRPr>
            </a:pPr>
            <a:r>
              <a:rPr sz="1900" b="0" lang="ja-JP">
                <a:solidFill>
                  <a:srgbClr val="FF0000"/>
                </a:solidFill>
                <a:latin typeface="Arial"/>
                <a:ea typeface="ＭＳ Ｐゴシック"/>
                <a:cs typeface="ＭＳ Ｐゴシック"/>
              </a:rPr>
              <a:t>改善した理由を説明できる比較にする．</a:t>
            </a:r>
          </a:p>
        </p:txBody>
      </p:sp>
      <p:sp>
        <p:nvSpPr>
          <p:cNvPr id="4" name="参照：TensorFlow／Google">
            <a:extLst xmlns:a="http://schemas.openxmlformats.org/drawingml/2006/main">
              <a:ext uri="{FF2B5EF4-FFF2-40B4-BE49-F238E27FC236}">
                <a16:creationId xmlns:a16="http://schemas.microsoft.com/office/drawing/2014/main" id="{DC3C5C76-9BBE-4353-A858-A5AB8E66462B}"/>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参照：TensorFlow／Google</a:t>
            </a:r>
          </a:p>
        </p:txBody>
      </p:sp>
      <p:sp>
        <p:nvSpPr>
          <p:cNvPr id="5" name="第6回　22">
            <a:extLst xmlns:a="http://schemas.openxmlformats.org/drawingml/2006/main">
              <a:ext uri="{FF2B5EF4-FFF2-40B4-BE49-F238E27FC236}">
                <a16:creationId xmlns:a16="http://schemas.microsoft.com/office/drawing/2014/main" id="{4B922252-0532-4698-953A-34FA4EDB4EC9}"/>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第6回　22</a:t>
            </a:r>
          </a:p>
        </p:txBody>
      </p:sp>
    </p:spTree>
    <p:extLst>
      <p:ext uri="{BB962C8B-B14F-4D97-AF65-F5344CB8AC3E}">
        <p14:creationId xmlns:p14="http://schemas.microsoft.com/office/powerpoint/2010/main" val="1329060519"/>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まとめ・振り返り">
            <a:extLst xmlns:a="http://schemas.openxmlformats.org/drawingml/2006/main">
              <a:ext uri="{FF2B5EF4-FFF2-40B4-BE49-F238E27FC236}">
                <a16:creationId xmlns:a16="http://schemas.microsoft.com/office/drawing/2014/main" id="{E5B49CE6-C6A9-4D01-A32C-9846162FF96F}"/>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まとめ・振り返り</a:t>
            </a:r>
          </a:p>
        </p:txBody>
      </p:sp>
      <p:sp>
        <p:nvSpPr>
          <p:cNvPr id="2" name="">
            <a:extLst xmlns:a="http://schemas.openxmlformats.org/drawingml/2006/main">
              <a:ext uri="{FF2B5EF4-FFF2-40B4-BE49-F238E27FC236}">
                <a16:creationId xmlns:a16="http://schemas.microsoft.com/office/drawing/2014/main" id="{4A8F6B6C-7703-43A5-B484-9FD666D93E17}"/>
              </a:ext>
            </a:extLst>
          </p:cNvPr>
          <p:cNvSpPr>
            <a:spLocks xmlns:a="http://schemas.openxmlformats.org/drawingml/2006/main" noGrp="1"/>
          </p:cNvSpPr>
          <p:nvPr/>
        </p:nvSpPr>
        <p:spPr>
          <a:xfrm xmlns:a="http://schemas.openxmlformats.org/drawingml/2006/main">
            <a:off x="502920" y="1207008"/>
            <a:ext cx="8229600" cy="2926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曲線を読み，問題に合う対策を考える．</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転移学習は，既存の学習結果を新しい課題に使う．</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計算資源と，比較条件も結果に影響する．</a:t>
            </a:r>
          </a:p>
        </p:txBody>
      </p:sp>
      <p:sp>
        <p:nvSpPr>
          <p:cNvPr id="3" name="次回：画像を扱うAI">
            <a:extLst xmlns:a="http://schemas.openxmlformats.org/drawingml/2006/main">
              <a:ext uri="{FF2B5EF4-FFF2-40B4-BE49-F238E27FC236}">
                <a16:creationId xmlns:a16="http://schemas.microsoft.com/office/drawing/2014/main" id="{A705BC7E-4284-4D85-94CD-CB1F6B6B1B8A}"/>
              </a:ext>
            </a:extLst>
          </p:cNvPr>
          <p:cNvSpPr>
            <a:spLocks xmlns:a="http://schemas.openxmlformats.org/drawingml/2006/main" noGrp="1"/>
          </p:cNvSpPr>
          <p:nvPr/>
        </p:nvSpPr>
        <p:spPr>
          <a:xfrm xmlns:a="http://schemas.openxmlformats.org/drawingml/2006/main">
            <a:off x="502920" y="4407408"/>
            <a:ext cx="8229600" cy="3840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00" b="0" lang="ja-JP">
                <a:solidFill>
                  <a:srgbClr val="FF0000"/>
                </a:solidFill>
                <a:latin typeface="Arial"/>
                <a:ea typeface="ＭＳ Ｐゴシック"/>
                <a:cs typeface="ＭＳ Ｐゴシック"/>
              </a:defRPr>
            </a:pPr>
            <a:r>
              <a:rPr sz="1900" b="0" lang="ja-JP">
                <a:solidFill>
                  <a:srgbClr val="FF0000"/>
                </a:solidFill>
                <a:latin typeface="Arial"/>
                <a:ea typeface="ＭＳ Ｐゴシック"/>
                <a:cs typeface="ＭＳ Ｐゴシック"/>
              </a:rPr>
              <a:t>次回：画像を扱うAI</a:t>
            </a:r>
          </a:p>
        </p:txBody>
      </p:sp>
      <p:sp>
        <p:nvSpPr>
          <p:cNvPr id="4" name="図・設問：本教材の作例">
            <a:extLst xmlns:a="http://schemas.openxmlformats.org/drawingml/2006/main">
              <a:ext uri="{FF2B5EF4-FFF2-40B4-BE49-F238E27FC236}">
                <a16:creationId xmlns:a16="http://schemas.microsoft.com/office/drawing/2014/main" id="{49704F87-6016-48EC-9385-9AC0795D49B9}"/>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図・設問：本教材の作例</a:t>
            </a:r>
          </a:p>
        </p:txBody>
      </p:sp>
      <p:sp>
        <p:nvSpPr>
          <p:cNvPr id="5" name="第6回　23">
            <a:extLst xmlns:a="http://schemas.openxmlformats.org/drawingml/2006/main">
              <a:ext uri="{FF2B5EF4-FFF2-40B4-BE49-F238E27FC236}">
                <a16:creationId xmlns:a16="http://schemas.microsoft.com/office/drawing/2014/main" id="{9B0E2B96-BD73-4ABF-BC27-9D601ECCF7A6}"/>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第6回　23</a:t>
            </a:r>
          </a:p>
        </p:txBody>
      </p:sp>
    </p:spTree>
    <p:extLst>
      <p:ext uri="{BB962C8B-B14F-4D97-AF65-F5344CB8AC3E}">
        <p14:creationId xmlns:p14="http://schemas.microsoft.com/office/powerpoint/2010/main" val="713323241"/>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参考資料1">
            <a:extLst xmlns:a="http://schemas.openxmlformats.org/drawingml/2006/main">
              <a:ext uri="{FF2B5EF4-FFF2-40B4-BE49-F238E27FC236}">
                <a16:creationId xmlns:a16="http://schemas.microsoft.com/office/drawing/2014/main" id="{22FAD064-C7D9-4983-9F99-74C74847DA8F}"/>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参考資料1</a:t>
            </a:r>
          </a:p>
        </p:txBody>
      </p:sp>
      <p:sp>
        <p:nvSpPr>
          <p:cNvPr id="2" name="1. Google：Hyperparameters">
            <a:extLst xmlns:a="http://schemas.openxmlformats.org/drawingml/2006/main">
              <a:ext uri="{FF2B5EF4-FFF2-40B4-BE49-F238E27FC236}">
                <a16:creationId xmlns:a16="http://schemas.microsoft.com/office/drawing/2014/main" id="{8C225B6E-2D2A-4D37-B841-A3033F1A63FE}"/>
              </a:ext>
            </a:extLst>
          </p:cNvPr>
          <p:cNvSpPr>
            <a:spLocks xmlns:a="http://schemas.openxmlformats.org/drawingml/2006/main" noGrp="1"/>
          </p:cNvSpPr>
          <p:nvPr/>
        </p:nvSpPr>
        <p:spPr>
          <a:xfrm xmlns:a="http://schemas.openxmlformats.org/drawingml/2006/main">
            <a:off x="548640" y="1307592"/>
            <a:ext cx="8046720" cy="6126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00" b="0" lang="ja-JP">
                <a:solidFill>
                  <a:srgbClr val="404040"/>
                </a:solidFill>
                <a:latin typeface="Arial"/>
                <a:ea typeface="ＭＳ Ｐゴシック"/>
                <a:cs typeface="ＭＳ Ｐゴシック"/>
              </a:defRPr>
            </a:pPr>
            <a:r>
              <a:rPr sz="1900" b="0" lang="ja-JP">
                <a:solidFill>
                  <a:srgbClr val="404040"/>
                </a:solidFill>
                <a:latin typeface="Arial"/>
                <a:ea typeface="ＭＳ Ｐゴシック"/>
                <a:cs typeface="ＭＳ Ｐゴシック"/>
                <a:hlinkClick xmlns:r="http://schemas.openxmlformats.org/officeDocument/2006/relationships" r:id="R20e77996c4104994"/>
              </a:rPr>
              <a:t>1. Google：Hyperparameters</a:t>
            </a:r>
          </a:p>
        </p:txBody>
      </p:sp>
      <p:sp>
        <p:nvSpPr>
          <p:cNvPr id="3" name="2. TensorFlow：Overfit and underfit">
            <a:extLst xmlns:a="http://schemas.openxmlformats.org/drawingml/2006/main">
              <a:ext uri="{FF2B5EF4-FFF2-40B4-BE49-F238E27FC236}">
                <a16:creationId xmlns:a16="http://schemas.microsoft.com/office/drawing/2014/main" id="{827A4B24-AFAF-4FB4-98E3-558DF3145936}"/>
              </a:ext>
            </a:extLst>
          </p:cNvPr>
          <p:cNvSpPr>
            <a:spLocks xmlns:a="http://schemas.openxmlformats.org/drawingml/2006/main" noGrp="1"/>
          </p:cNvSpPr>
          <p:nvPr/>
        </p:nvSpPr>
        <p:spPr>
          <a:xfrm xmlns:a="http://schemas.openxmlformats.org/drawingml/2006/main">
            <a:off x="548640" y="2020824"/>
            <a:ext cx="8046720" cy="6126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00" b="0" lang="ja-JP">
                <a:solidFill>
                  <a:srgbClr val="404040"/>
                </a:solidFill>
                <a:latin typeface="Arial"/>
                <a:ea typeface="ＭＳ Ｐゴシック"/>
                <a:cs typeface="ＭＳ Ｐゴシック"/>
              </a:defRPr>
            </a:pPr>
            <a:r>
              <a:rPr sz="1900" b="0" lang="ja-JP">
                <a:solidFill>
                  <a:srgbClr val="404040"/>
                </a:solidFill>
                <a:latin typeface="Arial"/>
                <a:ea typeface="ＭＳ Ｐゴシック"/>
                <a:cs typeface="ＭＳ Ｐゴシック"/>
                <a:hlinkClick xmlns:r="http://schemas.openxmlformats.org/officeDocument/2006/relationships" r:id="Ra05d552c246c48e1"/>
              </a:rPr>
              <a:t>2. TensorFlow：Overfit and underfit</a:t>
            </a:r>
          </a:p>
        </p:txBody>
      </p:sp>
      <p:sp>
        <p:nvSpPr>
          <p:cNvPr id="4" name="3. Google：Training using backpropagation">
            <a:extLst xmlns:a="http://schemas.openxmlformats.org/drawingml/2006/main">
              <a:ext uri="{FF2B5EF4-FFF2-40B4-BE49-F238E27FC236}">
                <a16:creationId xmlns:a16="http://schemas.microsoft.com/office/drawing/2014/main" id="{460EF9DA-DDAA-48D4-90E2-6EE06778F7A9}"/>
              </a:ext>
            </a:extLst>
          </p:cNvPr>
          <p:cNvSpPr>
            <a:spLocks xmlns:a="http://schemas.openxmlformats.org/drawingml/2006/main" noGrp="1"/>
          </p:cNvSpPr>
          <p:nvPr/>
        </p:nvSpPr>
        <p:spPr>
          <a:xfrm xmlns:a="http://schemas.openxmlformats.org/drawingml/2006/main">
            <a:off x="548640" y="2734056"/>
            <a:ext cx="8046720" cy="6126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00" b="0" lang="ja-JP">
                <a:solidFill>
                  <a:srgbClr val="404040"/>
                </a:solidFill>
                <a:latin typeface="Arial"/>
                <a:ea typeface="ＭＳ Ｐゴシック"/>
                <a:cs typeface="ＭＳ Ｐゴシック"/>
              </a:defRPr>
            </a:pPr>
            <a:r>
              <a:rPr sz="1900" b="0" lang="ja-JP">
                <a:solidFill>
                  <a:srgbClr val="404040"/>
                </a:solidFill>
                <a:latin typeface="Arial"/>
                <a:ea typeface="ＭＳ Ｐゴシック"/>
                <a:cs typeface="ＭＳ Ｐゴシック"/>
                <a:hlinkClick xmlns:r="http://schemas.openxmlformats.org/officeDocument/2006/relationships" r:id="Re3a923cb53b44e4c"/>
              </a:rPr>
              <a:t>3. Google：Training using backpropagation</a:t>
            </a:r>
          </a:p>
        </p:txBody>
      </p:sp>
      <p:sp>
        <p:nvSpPr>
          <p:cNvPr id="5" name="4. PyTorch：BatchNorm1d">
            <a:extLst xmlns:a="http://schemas.openxmlformats.org/drawingml/2006/main">
              <a:ext uri="{FF2B5EF4-FFF2-40B4-BE49-F238E27FC236}">
                <a16:creationId xmlns:a16="http://schemas.microsoft.com/office/drawing/2014/main" id="{7DB98620-3D68-4430-A28D-C440ADBC7266}"/>
              </a:ext>
            </a:extLst>
          </p:cNvPr>
          <p:cNvSpPr>
            <a:spLocks xmlns:a="http://schemas.openxmlformats.org/drawingml/2006/main" noGrp="1"/>
          </p:cNvSpPr>
          <p:nvPr/>
        </p:nvSpPr>
        <p:spPr>
          <a:xfrm xmlns:a="http://schemas.openxmlformats.org/drawingml/2006/main">
            <a:off x="548640" y="3447288"/>
            <a:ext cx="8046720" cy="6126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00" b="0" lang="ja-JP">
                <a:solidFill>
                  <a:srgbClr val="404040"/>
                </a:solidFill>
                <a:latin typeface="Arial"/>
                <a:ea typeface="ＭＳ Ｐゴシック"/>
                <a:cs typeface="ＭＳ Ｐゴシック"/>
              </a:defRPr>
            </a:pPr>
            <a:r>
              <a:rPr sz="1900" b="0" lang="ja-JP">
                <a:solidFill>
                  <a:srgbClr val="404040"/>
                </a:solidFill>
                <a:latin typeface="Arial"/>
                <a:ea typeface="ＭＳ Ｐゴシック"/>
                <a:cs typeface="ＭＳ Ｐゴシック"/>
                <a:hlinkClick xmlns:r="http://schemas.openxmlformats.org/officeDocument/2006/relationships" r:id="Rddfea04ad3cf4638"/>
              </a:rPr>
              <a:t>4. PyTorch：BatchNorm1d</a:t>
            </a:r>
          </a:p>
        </p:txBody>
      </p:sp>
      <p:sp>
        <p:nvSpPr>
          <p:cNvPr id="6" name="各項目をクリックすると，参考資料を開く．">
            <a:extLst xmlns:a="http://schemas.openxmlformats.org/drawingml/2006/main">
              <a:ext uri="{FF2B5EF4-FFF2-40B4-BE49-F238E27FC236}">
                <a16:creationId xmlns:a16="http://schemas.microsoft.com/office/drawing/2014/main" id="{2EEF495C-4904-4C80-8EAA-1D6F683A2F88}"/>
              </a:ext>
            </a:extLst>
          </p:cNvPr>
          <p:cNvSpPr>
            <a:spLocks xmlns:a="http://schemas.openxmlformats.org/drawingml/2006/main" noGrp="1"/>
          </p:cNvSpPr>
          <p:nvPr/>
        </p:nvSpPr>
        <p:spPr>
          <a:xfrm xmlns:a="http://schemas.openxmlformats.org/drawingml/2006/main">
            <a:off x="548640" y="4480560"/>
            <a:ext cx="80467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00" b="0" lang="ja-JP">
                <a:solidFill>
                  <a:srgbClr val="707070"/>
                </a:solidFill>
                <a:latin typeface="Arial"/>
                <a:ea typeface="ＭＳ Ｐゴシック"/>
                <a:cs typeface="ＭＳ Ｐゴシック"/>
              </a:defRPr>
            </a:pPr>
            <a:r>
              <a:rPr sz="1400" b="0" lang="ja-JP">
                <a:solidFill>
                  <a:srgbClr val="707070"/>
                </a:solidFill>
                <a:latin typeface="Arial"/>
                <a:ea typeface="ＭＳ Ｐゴシック"/>
                <a:cs typeface="ＭＳ Ｐゴシック"/>
              </a:rPr>
              <a:t>各項目をクリックすると，参考資料を開く．</a:t>
            </a:r>
          </a:p>
        </p:txBody>
      </p:sp>
      <p:sp>
        <p:nvSpPr>
          <p:cNvPr id="7" name="参考資料のリンクは各項目・講師用ノートに記載">
            <a:extLst xmlns:a="http://schemas.openxmlformats.org/drawingml/2006/main">
              <a:ext uri="{FF2B5EF4-FFF2-40B4-BE49-F238E27FC236}">
                <a16:creationId xmlns:a16="http://schemas.microsoft.com/office/drawing/2014/main" id="{10F559B7-0C0F-48A6-A4E6-B4662D584B74}"/>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参考資料のリンクは各項目・講師用ノートに記載</a:t>
            </a:r>
          </a:p>
        </p:txBody>
      </p:sp>
      <p:sp>
        <p:nvSpPr>
          <p:cNvPr id="8" name="第6回　24">
            <a:extLst xmlns:a="http://schemas.openxmlformats.org/drawingml/2006/main">
              <a:ext uri="{FF2B5EF4-FFF2-40B4-BE49-F238E27FC236}">
                <a16:creationId xmlns:a16="http://schemas.microsoft.com/office/drawing/2014/main" id="{C871D146-E4E2-4325-B115-EDBC69493905}"/>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第6回　24</a:t>
            </a:r>
          </a:p>
        </p:txBody>
      </p:sp>
    </p:spTree>
    <p:extLst>
      <p:ext uri="{BB962C8B-B14F-4D97-AF65-F5344CB8AC3E}">
        <p14:creationId xmlns:p14="http://schemas.microsoft.com/office/powerpoint/2010/main" val="1927140653"/>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参考資料2">
            <a:extLst xmlns:a="http://schemas.openxmlformats.org/drawingml/2006/main">
              <a:ext uri="{FF2B5EF4-FFF2-40B4-BE49-F238E27FC236}">
                <a16:creationId xmlns:a16="http://schemas.microsoft.com/office/drawing/2014/main" id="{9933BCCE-5A7B-48D1-AEF5-41FF28036F3F}"/>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参考資料2</a:t>
            </a:r>
          </a:p>
        </p:txBody>
      </p:sp>
      <p:sp>
        <p:nvSpPr>
          <p:cNvPr id="2" name="1. TensorFlow：Transfer learning &amp; fine-t">
            <a:extLst xmlns:a="http://schemas.openxmlformats.org/drawingml/2006/main">
              <a:ext uri="{FF2B5EF4-FFF2-40B4-BE49-F238E27FC236}">
                <a16:creationId xmlns:a16="http://schemas.microsoft.com/office/drawing/2014/main" id="{DB43C013-C60E-4413-886B-616E4C7CCA84}"/>
              </a:ext>
            </a:extLst>
          </p:cNvPr>
          <p:cNvSpPr>
            <a:spLocks xmlns:a="http://schemas.openxmlformats.org/drawingml/2006/main" noGrp="1"/>
          </p:cNvSpPr>
          <p:nvPr/>
        </p:nvSpPr>
        <p:spPr>
          <a:xfrm xmlns:a="http://schemas.openxmlformats.org/drawingml/2006/main">
            <a:off x="548640" y="1307592"/>
            <a:ext cx="8046720" cy="6126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00" b="0" lang="ja-JP">
                <a:solidFill>
                  <a:srgbClr val="404040"/>
                </a:solidFill>
                <a:latin typeface="Arial"/>
                <a:ea typeface="ＭＳ Ｐゴシック"/>
                <a:cs typeface="ＭＳ Ｐゴシック"/>
              </a:defRPr>
            </a:pPr>
            <a:r>
              <a:rPr sz="1900" b="0" lang="ja-JP">
                <a:solidFill>
                  <a:srgbClr val="404040"/>
                </a:solidFill>
                <a:latin typeface="Arial"/>
                <a:ea typeface="ＭＳ Ｐゴシック"/>
                <a:cs typeface="ＭＳ Ｐゴシック"/>
                <a:hlinkClick xmlns:r="http://schemas.openxmlformats.org/officeDocument/2006/relationships" r:id="R22cab17bb6744de3"/>
              </a:rPr>
              <a:t>1. TensorFlow：Transfer learning &amp; fine-tuning</a:t>
            </a:r>
          </a:p>
        </p:txBody>
      </p:sp>
      <p:sp>
        <p:nvSpPr>
          <p:cNvPr id="3" name="2. TensorFlow：Data augmentation">
            <a:extLst xmlns:a="http://schemas.openxmlformats.org/drawingml/2006/main">
              <a:ext uri="{FF2B5EF4-FFF2-40B4-BE49-F238E27FC236}">
                <a16:creationId xmlns:a16="http://schemas.microsoft.com/office/drawing/2014/main" id="{D1F25C91-9D81-41C1-8A7F-045576FC2F8C}"/>
              </a:ext>
            </a:extLst>
          </p:cNvPr>
          <p:cNvSpPr>
            <a:spLocks xmlns:a="http://schemas.openxmlformats.org/drawingml/2006/main" noGrp="1"/>
          </p:cNvSpPr>
          <p:nvPr/>
        </p:nvSpPr>
        <p:spPr>
          <a:xfrm xmlns:a="http://schemas.openxmlformats.org/drawingml/2006/main">
            <a:off x="548640" y="2020824"/>
            <a:ext cx="8046720" cy="6126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00" b="0" lang="ja-JP">
                <a:solidFill>
                  <a:srgbClr val="404040"/>
                </a:solidFill>
                <a:latin typeface="Arial"/>
                <a:ea typeface="ＭＳ Ｐゴシック"/>
                <a:cs typeface="ＭＳ Ｐゴシック"/>
              </a:defRPr>
            </a:pPr>
            <a:r>
              <a:rPr sz="1900" b="0" lang="ja-JP">
                <a:solidFill>
                  <a:srgbClr val="404040"/>
                </a:solidFill>
                <a:latin typeface="Arial"/>
                <a:ea typeface="ＭＳ Ｐゴシック"/>
                <a:cs typeface="ＭＳ Ｐゴシック"/>
                <a:hlinkClick xmlns:r="http://schemas.openxmlformats.org/officeDocument/2006/relationships" r:id="R3acb72092bb34a68"/>
              </a:rPr>
              <a:t>2. TensorFlow：Data augmentation</a:t>
            </a:r>
          </a:p>
        </p:txBody>
      </p:sp>
      <p:sp>
        <p:nvSpPr>
          <p:cNvPr id="4" name="3. NVIDIA：CUDA Programming Guide">
            <a:extLst xmlns:a="http://schemas.openxmlformats.org/drawingml/2006/main">
              <a:ext uri="{FF2B5EF4-FFF2-40B4-BE49-F238E27FC236}">
                <a16:creationId xmlns:a16="http://schemas.microsoft.com/office/drawing/2014/main" id="{4FDF2DA2-C2D0-47C1-A727-F27A9D04BBE9}"/>
              </a:ext>
            </a:extLst>
          </p:cNvPr>
          <p:cNvSpPr>
            <a:spLocks xmlns:a="http://schemas.openxmlformats.org/drawingml/2006/main" noGrp="1"/>
          </p:cNvSpPr>
          <p:nvPr/>
        </p:nvSpPr>
        <p:spPr>
          <a:xfrm xmlns:a="http://schemas.openxmlformats.org/drawingml/2006/main">
            <a:off x="548640" y="2734056"/>
            <a:ext cx="8046720" cy="6126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00" b="0" lang="ja-JP">
                <a:solidFill>
                  <a:srgbClr val="404040"/>
                </a:solidFill>
                <a:latin typeface="Arial"/>
                <a:ea typeface="ＭＳ Ｐゴシック"/>
                <a:cs typeface="ＭＳ Ｐゴシック"/>
              </a:defRPr>
            </a:pPr>
            <a:r>
              <a:rPr sz="1900" b="0" lang="ja-JP">
                <a:solidFill>
                  <a:srgbClr val="404040"/>
                </a:solidFill>
                <a:latin typeface="Arial"/>
                <a:ea typeface="ＭＳ Ｐゴシック"/>
                <a:cs typeface="ＭＳ Ｐゴシック"/>
                <a:hlinkClick xmlns:r="http://schemas.openxmlformats.org/officeDocument/2006/relationships" r:id="R93280731143c4a8d"/>
              </a:rPr>
              <a:t>3. NVIDIA：CUDA Programming Guide</a:t>
            </a:r>
          </a:p>
        </p:txBody>
      </p:sp>
      <p:sp>
        <p:nvSpPr>
          <p:cNvPr id="5" name="各項目をクリックすると，参考資料を開く．">
            <a:extLst xmlns:a="http://schemas.openxmlformats.org/drawingml/2006/main">
              <a:ext uri="{FF2B5EF4-FFF2-40B4-BE49-F238E27FC236}">
                <a16:creationId xmlns:a16="http://schemas.microsoft.com/office/drawing/2014/main" id="{A5397959-D865-46F9-8834-FE01460B5BAC}"/>
              </a:ext>
            </a:extLst>
          </p:cNvPr>
          <p:cNvSpPr>
            <a:spLocks xmlns:a="http://schemas.openxmlformats.org/drawingml/2006/main" noGrp="1"/>
          </p:cNvSpPr>
          <p:nvPr/>
        </p:nvSpPr>
        <p:spPr>
          <a:xfrm xmlns:a="http://schemas.openxmlformats.org/drawingml/2006/main">
            <a:off x="548640" y="4480560"/>
            <a:ext cx="80467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00" b="0" lang="ja-JP">
                <a:solidFill>
                  <a:srgbClr val="707070"/>
                </a:solidFill>
                <a:latin typeface="Arial"/>
                <a:ea typeface="ＭＳ Ｐゴシック"/>
                <a:cs typeface="ＭＳ Ｐゴシック"/>
              </a:defRPr>
            </a:pPr>
            <a:r>
              <a:rPr sz="1400" b="0" lang="ja-JP">
                <a:solidFill>
                  <a:srgbClr val="707070"/>
                </a:solidFill>
                <a:latin typeface="Arial"/>
                <a:ea typeface="ＭＳ Ｐゴシック"/>
                <a:cs typeface="ＭＳ Ｐゴシック"/>
              </a:rPr>
              <a:t>各項目をクリックすると，参考資料を開く．</a:t>
            </a:r>
          </a:p>
        </p:txBody>
      </p:sp>
      <p:sp>
        <p:nvSpPr>
          <p:cNvPr id="6" name="参考資料のリンクは各項目・講師用ノートに記載">
            <a:extLst xmlns:a="http://schemas.openxmlformats.org/drawingml/2006/main">
              <a:ext uri="{FF2B5EF4-FFF2-40B4-BE49-F238E27FC236}">
                <a16:creationId xmlns:a16="http://schemas.microsoft.com/office/drawing/2014/main" id="{EA04248F-7031-446B-BBC8-CE2039052677}"/>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参考資料のリンクは各項目・講師用ノートに記載</a:t>
            </a:r>
          </a:p>
        </p:txBody>
      </p:sp>
      <p:sp>
        <p:nvSpPr>
          <p:cNvPr id="7" name="第6回　25">
            <a:extLst xmlns:a="http://schemas.openxmlformats.org/drawingml/2006/main">
              <a:ext uri="{FF2B5EF4-FFF2-40B4-BE49-F238E27FC236}">
                <a16:creationId xmlns:a16="http://schemas.microsoft.com/office/drawing/2014/main" id="{A7BC8938-CE8B-45FC-A016-F2CC32C36CEC}"/>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第6回　25</a:t>
            </a:r>
          </a:p>
        </p:txBody>
      </p:sp>
    </p:spTree>
    <p:extLst>
      <p:ext uri="{BB962C8B-B14F-4D97-AF65-F5344CB8AC3E}">
        <p14:creationId xmlns:p14="http://schemas.microsoft.com/office/powerpoint/2010/main" val="410541440"/>
      </p:ext>
    </p:extLst>
  </p:cSld>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2026-10-08T05:42:51.4490000Z</dcterms:created>
  <dcterms:modified xsi:type="dcterms:W3CDTF">2026-10-08T05:42:51.4490000Z</dcterms:modified>
</coreProperties>
</file>